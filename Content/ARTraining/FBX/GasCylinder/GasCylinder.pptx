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3" r:id="rId6"/>
    <p:sldId id="261" r:id="rId7"/>
    <p:sldId id="262"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A2219"/>
    <a:srgbClr val="43464B"/>
    <a:srgbClr val="150914"/>
    <a:srgbClr val="00A744"/>
    <a:srgbClr val="292929"/>
    <a:srgbClr val="FFF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noFill/>
            <a:ln w="76200">
              <a:solidFill>
                <a:schemeClr val="tx1"/>
              </a:solidFill>
            </a:ln>
          </c:spPr>
          <c:dPt>
            <c:idx val="0"/>
            <c:bubble3D val="0"/>
            <c:spPr>
              <a:noFill/>
              <a:ln w="76200">
                <a:solidFill>
                  <a:schemeClr val="tx1"/>
                </a:solidFill>
              </a:ln>
              <a:effectLst/>
            </c:spPr>
            <c:extLst>
              <c:ext xmlns:c16="http://schemas.microsoft.com/office/drawing/2014/chart" uri="{C3380CC4-5D6E-409C-BE32-E72D297353CC}">
                <c16:uniqueId val="{00000001-C051-4656-88A4-42C55C670BF0}"/>
              </c:ext>
            </c:extLst>
          </c:dPt>
          <c:dPt>
            <c:idx val="1"/>
            <c:bubble3D val="0"/>
            <c:spPr>
              <a:noFill/>
              <a:ln w="76200">
                <a:solidFill>
                  <a:schemeClr val="tx1"/>
                </a:solidFill>
              </a:ln>
              <a:effectLst/>
            </c:spPr>
            <c:extLst>
              <c:ext xmlns:c16="http://schemas.microsoft.com/office/drawing/2014/chart" uri="{C3380CC4-5D6E-409C-BE32-E72D297353CC}">
                <c16:uniqueId val="{00000003-C051-4656-88A4-42C55C670BF0}"/>
              </c:ext>
            </c:extLst>
          </c:dPt>
          <c:dPt>
            <c:idx val="2"/>
            <c:bubble3D val="0"/>
            <c:spPr>
              <a:noFill/>
              <a:ln w="76200">
                <a:solidFill>
                  <a:schemeClr val="tx1"/>
                </a:solidFill>
              </a:ln>
              <a:effectLst/>
            </c:spPr>
            <c:extLst>
              <c:ext xmlns:c16="http://schemas.microsoft.com/office/drawing/2014/chart" uri="{C3380CC4-5D6E-409C-BE32-E72D297353CC}">
                <c16:uniqueId val="{00000005-C051-4656-88A4-42C55C670BF0}"/>
              </c:ext>
            </c:extLst>
          </c:dPt>
          <c:dPt>
            <c:idx val="3"/>
            <c:bubble3D val="0"/>
            <c:spPr>
              <a:noFill/>
              <a:ln w="76200">
                <a:solidFill>
                  <a:schemeClr val="tx1"/>
                </a:solidFill>
              </a:ln>
              <a:effectLst/>
            </c:spPr>
            <c:extLst>
              <c:ext xmlns:c16="http://schemas.microsoft.com/office/drawing/2014/chart" uri="{C3380CC4-5D6E-409C-BE32-E72D297353CC}">
                <c16:uniqueId val="{00000007-C051-4656-88A4-42C55C670BF0}"/>
              </c:ext>
            </c:extLst>
          </c:dPt>
          <c:dPt>
            <c:idx val="4"/>
            <c:bubble3D val="0"/>
            <c:spPr>
              <a:noFill/>
              <a:ln w="76200">
                <a:solidFill>
                  <a:schemeClr val="tx1"/>
                </a:solidFill>
              </a:ln>
              <a:effectLst/>
            </c:spPr>
            <c:extLst>
              <c:ext xmlns:c16="http://schemas.microsoft.com/office/drawing/2014/chart" uri="{C3380CC4-5D6E-409C-BE32-E72D297353CC}">
                <c16:uniqueId val="{00000009-C051-4656-88A4-42C55C670BF0}"/>
              </c:ext>
            </c:extLst>
          </c:dPt>
          <c:dPt>
            <c:idx val="5"/>
            <c:bubble3D val="0"/>
            <c:spPr>
              <a:noFill/>
              <a:ln w="76200">
                <a:solidFill>
                  <a:schemeClr val="tx1"/>
                </a:solidFill>
              </a:ln>
              <a:effectLst/>
            </c:spPr>
            <c:extLst>
              <c:ext xmlns:c16="http://schemas.microsoft.com/office/drawing/2014/chart" uri="{C3380CC4-5D6E-409C-BE32-E72D297353CC}">
                <c16:uniqueId val="{0000000B-C051-4656-88A4-42C55C670BF0}"/>
              </c:ext>
            </c:extLst>
          </c:dPt>
          <c:dPt>
            <c:idx val="6"/>
            <c:bubble3D val="0"/>
            <c:spPr>
              <a:noFill/>
              <a:ln w="76200">
                <a:solidFill>
                  <a:schemeClr val="tx1"/>
                </a:solidFill>
              </a:ln>
              <a:effectLst/>
            </c:spPr>
            <c:extLst>
              <c:ext xmlns:c16="http://schemas.microsoft.com/office/drawing/2014/chart" uri="{C3380CC4-5D6E-409C-BE32-E72D297353CC}">
                <c16:uniqueId val="{0000000D-C051-4656-88A4-42C55C670BF0}"/>
              </c:ext>
            </c:extLst>
          </c:dPt>
          <c:dPt>
            <c:idx val="7"/>
            <c:bubble3D val="0"/>
            <c:spPr>
              <a:noFill/>
              <a:ln w="76200">
                <a:solidFill>
                  <a:schemeClr val="tx1"/>
                </a:solidFill>
              </a:ln>
              <a:effectLst/>
            </c:spPr>
            <c:extLst>
              <c:ext xmlns:c16="http://schemas.microsoft.com/office/drawing/2014/chart" uri="{C3380CC4-5D6E-409C-BE32-E72D297353CC}">
                <c16:uniqueId val="{0000000F-C051-4656-88A4-42C55C670BF0}"/>
              </c:ext>
            </c:extLst>
          </c:dPt>
          <c:dPt>
            <c:idx val="8"/>
            <c:bubble3D val="0"/>
            <c:spPr>
              <a:noFill/>
              <a:ln w="76200">
                <a:solidFill>
                  <a:schemeClr val="tx1"/>
                </a:solidFill>
              </a:ln>
              <a:effectLst/>
            </c:spPr>
            <c:extLst>
              <c:ext xmlns:c16="http://schemas.microsoft.com/office/drawing/2014/chart" uri="{C3380CC4-5D6E-409C-BE32-E72D297353CC}">
                <c16:uniqueId val="{00000011-C051-4656-88A4-42C55C670BF0}"/>
              </c:ext>
            </c:extLst>
          </c:dPt>
          <c:dPt>
            <c:idx val="9"/>
            <c:bubble3D val="0"/>
            <c:spPr>
              <a:noFill/>
              <a:ln w="76200">
                <a:solidFill>
                  <a:schemeClr val="tx1"/>
                </a:solidFill>
              </a:ln>
              <a:effectLst/>
            </c:spPr>
            <c:extLst>
              <c:ext xmlns:c16="http://schemas.microsoft.com/office/drawing/2014/chart" uri="{C3380CC4-5D6E-409C-BE32-E72D297353CC}">
                <c16:uniqueId val="{00000013-C051-4656-88A4-42C55C670BF0}"/>
              </c:ext>
            </c:extLst>
          </c:dPt>
          <c:dPt>
            <c:idx val="10"/>
            <c:bubble3D val="0"/>
            <c:spPr>
              <a:noFill/>
              <a:ln w="76200">
                <a:solidFill>
                  <a:schemeClr val="tx1"/>
                </a:solidFill>
              </a:ln>
              <a:effectLst/>
            </c:spPr>
            <c:extLst>
              <c:ext xmlns:c16="http://schemas.microsoft.com/office/drawing/2014/chart" uri="{C3380CC4-5D6E-409C-BE32-E72D297353CC}">
                <c16:uniqueId val="{00000015-C051-4656-88A4-42C55C670BF0}"/>
              </c:ext>
            </c:extLst>
          </c:dPt>
          <c:dPt>
            <c:idx val="11"/>
            <c:bubble3D val="0"/>
            <c:spPr>
              <a:noFill/>
              <a:ln w="76200">
                <a:solidFill>
                  <a:schemeClr val="tx1"/>
                </a:solidFill>
              </a:ln>
              <a:effectLst/>
            </c:spPr>
            <c:extLst>
              <c:ext xmlns:c16="http://schemas.microsoft.com/office/drawing/2014/chart" uri="{C3380CC4-5D6E-409C-BE32-E72D297353CC}">
                <c16:uniqueId val="{00000017-C051-4656-88A4-42C55C670BF0}"/>
              </c:ext>
            </c:extLst>
          </c:dPt>
          <c:dPt>
            <c:idx val="12"/>
            <c:bubble3D val="0"/>
            <c:spPr>
              <a:noFill/>
              <a:ln w="76200">
                <a:solidFill>
                  <a:schemeClr val="tx1"/>
                </a:solidFill>
              </a:ln>
              <a:effectLst/>
            </c:spPr>
            <c:extLst>
              <c:ext xmlns:c16="http://schemas.microsoft.com/office/drawing/2014/chart" uri="{C3380CC4-5D6E-409C-BE32-E72D297353CC}">
                <c16:uniqueId val="{00000019-C051-4656-88A4-42C55C670BF0}"/>
              </c:ext>
            </c:extLst>
          </c:dPt>
          <c:dPt>
            <c:idx val="13"/>
            <c:bubble3D val="0"/>
            <c:spPr>
              <a:noFill/>
              <a:ln w="76200">
                <a:solidFill>
                  <a:schemeClr val="tx1"/>
                </a:solidFill>
              </a:ln>
              <a:effectLst/>
            </c:spPr>
            <c:extLst>
              <c:ext xmlns:c16="http://schemas.microsoft.com/office/drawing/2014/chart" uri="{C3380CC4-5D6E-409C-BE32-E72D297353CC}">
                <c16:uniqueId val="{0000001B-C051-4656-88A4-42C55C670BF0}"/>
              </c:ext>
            </c:extLst>
          </c:dPt>
          <c:dPt>
            <c:idx val="14"/>
            <c:bubble3D val="0"/>
            <c:spPr>
              <a:noFill/>
              <a:ln w="76200">
                <a:solidFill>
                  <a:schemeClr val="tx1"/>
                </a:solidFill>
              </a:ln>
              <a:effectLst/>
            </c:spPr>
            <c:extLst>
              <c:ext xmlns:c16="http://schemas.microsoft.com/office/drawing/2014/chart" uri="{C3380CC4-5D6E-409C-BE32-E72D297353CC}">
                <c16:uniqueId val="{0000001D-C051-4656-88A4-42C55C670BF0}"/>
              </c:ext>
            </c:extLst>
          </c:dPt>
          <c:dPt>
            <c:idx val="15"/>
            <c:bubble3D val="0"/>
            <c:spPr>
              <a:noFill/>
              <a:ln w="76200">
                <a:solidFill>
                  <a:schemeClr val="tx1"/>
                </a:solidFill>
              </a:ln>
              <a:effectLst/>
            </c:spPr>
            <c:extLst>
              <c:ext xmlns:c16="http://schemas.microsoft.com/office/drawing/2014/chart" uri="{C3380CC4-5D6E-409C-BE32-E72D297353CC}">
                <c16:uniqueId val="{0000001F-C051-4656-88A4-42C55C670BF0}"/>
              </c:ext>
            </c:extLst>
          </c:dPt>
          <c:dPt>
            <c:idx val="16"/>
            <c:bubble3D val="0"/>
            <c:spPr>
              <a:noFill/>
              <a:ln w="76200">
                <a:solidFill>
                  <a:schemeClr val="tx1"/>
                </a:solidFill>
              </a:ln>
              <a:effectLst/>
            </c:spPr>
            <c:extLst>
              <c:ext xmlns:c16="http://schemas.microsoft.com/office/drawing/2014/chart" uri="{C3380CC4-5D6E-409C-BE32-E72D297353CC}">
                <c16:uniqueId val="{00000021-C051-4656-88A4-42C55C670BF0}"/>
              </c:ext>
            </c:extLst>
          </c:dPt>
          <c:dPt>
            <c:idx val="17"/>
            <c:bubble3D val="0"/>
            <c:spPr>
              <a:noFill/>
              <a:ln w="76200">
                <a:solidFill>
                  <a:schemeClr val="tx1"/>
                </a:solidFill>
              </a:ln>
              <a:effectLst/>
            </c:spPr>
            <c:extLst>
              <c:ext xmlns:c16="http://schemas.microsoft.com/office/drawing/2014/chart" uri="{C3380CC4-5D6E-409C-BE32-E72D297353CC}">
                <c16:uniqueId val="{00000023-C051-4656-88A4-42C55C670BF0}"/>
              </c:ext>
            </c:extLst>
          </c:dPt>
          <c:dPt>
            <c:idx val="18"/>
            <c:bubble3D val="0"/>
            <c:spPr>
              <a:noFill/>
              <a:ln w="76200">
                <a:solidFill>
                  <a:schemeClr val="tx1"/>
                </a:solidFill>
              </a:ln>
              <a:effectLst/>
            </c:spPr>
            <c:extLst>
              <c:ext xmlns:c16="http://schemas.microsoft.com/office/drawing/2014/chart" uri="{C3380CC4-5D6E-409C-BE32-E72D297353CC}">
                <c16:uniqueId val="{00000025-C051-4656-88A4-42C55C670BF0}"/>
              </c:ext>
            </c:extLst>
          </c:dPt>
          <c:dPt>
            <c:idx val="19"/>
            <c:bubble3D val="0"/>
            <c:spPr>
              <a:noFill/>
              <a:ln w="76200">
                <a:solidFill>
                  <a:schemeClr val="tx1"/>
                </a:solidFill>
              </a:ln>
              <a:effectLst/>
            </c:spPr>
            <c:extLst>
              <c:ext xmlns:c16="http://schemas.microsoft.com/office/drawing/2014/chart" uri="{C3380CC4-5D6E-409C-BE32-E72D297353CC}">
                <c16:uniqueId val="{00000027-C051-4656-88A4-42C55C670BF0}"/>
              </c:ext>
            </c:extLst>
          </c:dPt>
          <c:dPt>
            <c:idx val="20"/>
            <c:bubble3D val="0"/>
            <c:spPr>
              <a:noFill/>
              <a:ln w="76200">
                <a:solidFill>
                  <a:schemeClr val="tx1"/>
                </a:solidFill>
              </a:ln>
              <a:effectLst/>
            </c:spPr>
            <c:extLst>
              <c:ext xmlns:c16="http://schemas.microsoft.com/office/drawing/2014/chart" uri="{C3380CC4-5D6E-409C-BE32-E72D297353CC}">
                <c16:uniqueId val="{00000029-C051-4656-88A4-42C55C670BF0}"/>
              </c:ext>
            </c:extLst>
          </c:dPt>
          <c:dPt>
            <c:idx val="21"/>
            <c:bubble3D val="0"/>
            <c:spPr>
              <a:noFill/>
              <a:ln w="76200">
                <a:solidFill>
                  <a:schemeClr val="tx1"/>
                </a:solidFill>
              </a:ln>
              <a:effectLst/>
            </c:spPr>
            <c:extLst>
              <c:ext xmlns:c16="http://schemas.microsoft.com/office/drawing/2014/chart" uri="{C3380CC4-5D6E-409C-BE32-E72D297353CC}">
                <c16:uniqueId val="{0000002B-C051-4656-88A4-42C55C670BF0}"/>
              </c:ext>
            </c:extLst>
          </c:dPt>
          <c:dPt>
            <c:idx val="22"/>
            <c:bubble3D val="0"/>
            <c:spPr>
              <a:noFill/>
              <a:ln w="76200">
                <a:solidFill>
                  <a:schemeClr val="tx1"/>
                </a:solidFill>
              </a:ln>
              <a:effectLst/>
            </c:spPr>
            <c:extLst>
              <c:ext xmlns:c16="http://schemas.microsoft.com/office/drawing/2014/chart" uri="{C3380CC4-5D6E-409C-BE32-E72D297353CC}">
                <c16:uniqueId val="{0000002D-C051-4656-88A4-42C55C670BF0}"/>
              </c:ext>
            </c:extLst>
          </c:dPt>
          <c:dPt>
            <c:idx val="23"/>
            <c:bubble3D val="0"/>
            <c:spPr>
              <a:noFill/>
              <a:ln w="76200">
                <a:solidFill>
                  <a:schemeClr val="tx1"/>
                </a:solidFill>
              </a:ln>
              <a:effectLst/>
            </c:spPr>
            <c:extLst>
              <c:ext xmlns:c16="http://schemas.microsoft.com/office/drawing/2014/chart" uri="{C3380CC4-5D6E-409C-BE32-E72D297353CC}">
                <c16:uniqueId val="{0000002F-C051-4656-88A4-42C55C670BF0}"/>
              </c:ext>
            </c:extLst>
          </c:dPt>
          <c:dPt>
            <c:idx val="24"/>
            <c:bubble3D val="0"/>
            <c:spPr>
              <a:noFill/>
              <a:ln w="76200">
                <a:solidFill>
                  <a:schemeClr val="tx1"/>
                </a:solidFill>
              </a:ln>
              <a:effectLst/>
            </c:spPr>
            <c:extLst>
              <c:ext xmlns:c16="http://schemas.microsoft.com/office/drawing/2014/chart" uri="{C3380CC4-5D6E-409C-BE32-E72D297353CC}">
                <c16:uniqueId val="{00000031-C051-4656-88A4-42C55C670BF0}"/>
              </c:ext>
            </c:extLst>
          </c:dPt>
          <c:dPt>
            <c:idx val="25"/>
            <c:bubble3D val="0"/>
            <c:spPr>
              <a:noFill/>
              <a:ln w="76200">
                <a:solidFill>
                  <a:schemeClr val="tx1"/>
                </a:solidFill>
              </a:ln>
              <a:effectLst/>
            </c:spPr>
            <c:extLst>
              <c:ext xmlns:c16="http://schemas.microsoft.com/office/drawing/2014/chart" uri="{C3380CC4-5D6E-409C-BE32-E72D297353CC}">
                <c16:uniqueId val="{00000033-C051-4656-88A4-42C55C670BF0}"/>
              </c:ext>
            </c:extLst>
          </c:dPt>
          <c:dPt>
            <c:idx val="26"/>
            <c:bubble3D val="0"/>
            <c:spPr>
              <a:noFill/>
              <a:ln w="76200">
                <a:solidFill>
                  <a:schemeClr val="tx1"/>
                </a:solidFill>
              </a:ln>
              <a:effectLst/>
            </c:spPr>
            <c:extLst>
              <c:ext xmlns:c16="http://schemas.microsoft.com/office/drawing/2014/chart" uri="{C3380CC4-5D6E-409C-BE32-E72D297353CC}">
                <c16:uniqueId val="{00000035-C051-4656-88A4-42C55C670BF0}"/>
              </c:ext>
            </c:extLst>
          </c:dPt>
          <c:dPt>
            <c:idx val="27"/>
            <c:bubble3D val="0"/>
            <c:spPr>
              <a:noFill/>
              <a:ln w="76200">
                <a:solidFill>
                  <a:schemeClr val="tx1"/>
                </a:solidFill>
              </a:ln>
              <a:effectLst/>
            </c:spPr>
            <c:extLst>
              <c:ext xmlns:c16="http://schemas.microsoft.com/office/drawing/2014/chart" uri="{C3380CC4-5D6E-409C-BE32-E72D297353CC}">
                <c16:uniqueId val="{00000037-C051-4656-88A4-42C55C670BF0}"/>
              </c:ext>
            </c:extLst>
          </c:dPt>
          <c:dPt>
            <c:idx val="28"/>
            <c:bubble3D val="0"/>
            <c:spPr>
              <a:noFill/>
              <a:ln w="76200">
                <a:solidFill>
                  <a:schemeClr val="tx1"/>
                </a:solidFill>
              </a:ln>
              <a:effectLst/>
            </c:spPr>
            <c:extLst>
              <c:ext xmlns:c16="http://schemas.microsoft.com/office/drawing/2014/chart" uri="{C3380CC4-5D6E-409C-BE32-E72D297353CC}">
                <c16:uniqueId val="{00000039-C051-4656-88A4-42C55C670BF0}"/>
              </c:ext>
            </c:extLst>
          </c:dPt>
          <c:dPt>
            <c:idx val="29"/>
            <c:bubble3D val="0"/>
            <c:spPr>
              <a:noFill/>
              <a:ln w="76200">
                <a:solidFill>
                  <a:schemeClr val="tx1"/>
                </a:solidFill>
              </a:ln>
              <a:effectLst/>
            </c:spPr>
            <c:extLst>
              <c:ext xmlns:c16="http://schemas.microsoft.com/office/drawing/2014/chart" uri="{C3380CC4-5D6E-409C-BE32-E72D297353CC}">
                <c16:uniqueId val="{0000003B-C051-4656-88A4-42C55C670BF0}"/>
              </c:ext>
            </c:extLst>
          </c:dPt>
          <c:dPt>
            <c:idx val="30"/>
            <c:bubble3D val="0"/>
            <c:spPr>
              <a:noFill/>
              <a:ln w="76200">
                <a:solidFill>
                  <a:schemeClr val="tx1"/>
                </a:solidFill>
              </a:ln>
              <a:effectLst/>
            </c:spPr>
            <c:extLst>
              <c:ext xmlns:c16="http://schemas.microsoft.com/office/drawing/2014/chart" uri="{C3380CC4-5D6E-409C-BE32-E72D297353CC}">
                <c16:uniqueId val="{0000003D-C051-4656-88A4-42C55C670BF0}"/>
              </c:ext>
            </c:extLst>
          </c:dPt>
          <c:dPt>
            <c:idx val="31"/>
            <c:bubble3D val="0"/>
            <c:spPr>
              <a:noFill/>
              <a:ln w="76200">
                <a:solidFill>
                  <a:schemeClr val="tx1"/>
                </a:solidFill>
              </a:ln>
              <a:effectLst/>
            </c:spPr>
            <c:extLst>
              <c:ext xmlns:c16="http://schemas.microsoft.com/office/drawing/2014/chart" uri="{C3380CC4-5D6E-409C-BE32-E72D297353CC}">
                <c16:uniqueId val="{0000003F-C051-4656-88A4-42C55C670BF0}"/>
              </c:ext>
            </c:extLst>
          </c:dPt>
          <c:dPt>
            <c:idx val="32"/>
            <c:bubble3D val="0"/>
            <c:spPr>
              <a:noFill/>
              <a:ln w="76200">
                <a:solidFill>
                  <a:schemeClr val="tx1"/>
                </a:solidFill>
              </a:ln>
              <a:effectLst/>
            </c:spPr>
            <c:extLst>
              <c:ext xmlns:c16="http://schemas.microsoft.com/office/drawing/2014/chart" uri="{C3380CC4-5D6E-409C-BE32-E72D297353CC}">
                <c16:uniqueId val="{00000041-C051-4656-88A4-42C55C670BF0}"/>
              </c:ext>
            </c:extLst>
          </c:dPt>
          <c:dPt>
            <c:idx val="33"/>
            <c:bubble3D val="0"/>
            <c:spPr>
              <a:noFill/>
              <a:ln w="76200">
                <a:solidFill>
                  <a:schemeClr val="tx1"/>
                </a:solidFill>
              </a:ln>
              <a:effectLst/>
            </c:spPr>
            <c:extLst>
              <c:ext xmlns:c16="http://schemas.microsoft.com/office/drawing/2014/chart" uri="{C3380CC4-5D6E-409C-BE32-E72D297353CC}">
                <c16:uniqueId val="{00000043-C051-4656-88A4-42C55C670BF0}"/>
              </c:ext>
            </c:extLst>
          </c:dPt>
          <c:dPt>
            <c:idx val="34"/>
            <c:bubble3D val="0"/>
            <c:spPr>
              <a:noFill/>
              <a:ln w="76200">
                <a:solidFill>
                  <a:schemeClr val="tx1"/>
                </a:solidFill>
              </a:ln>
              <a:effectLst/>
            </c:spPr>
            <c:extLst>
              <c:ext xmlns:c16="http://schemas.microsoft.com/office/drawing/2014/chart" uri="{C3380CC4-5D6E-409C-BE32-E72D297353CC}">
                <c16:uniqueId val="{00000045-C051-4656-88A4-42C55C670BF0}"/>
              </c:ext>
            </c:extLst>
          </c:dPt>
          <c:cat>
            <c:numRef>
              <c:f>Sheet1!$A$2:$A$36</c:f>
              <c:numCache>
                <c:formatCode>General</c:formatCode>
                <c:ptCount val="35"/>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numCache>
            </c:numRef>
          </c:cat>
          <c:val>
            <c:numRef>
              <c:f>Sheet1!$B$2:$B$36</c:f>
              <c:numCache>
                <c:formatCode>General</c:formatCode>
                <c:ptCount val="35"/>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numCache>
            </c:numRef>
          </c:val>
          <c:extLst>
            <c:ext xmlns:c16="http://schemas.microsoft.com/office/drawing/2014/chart" uri="{C3380CC4-5D6E-409C-BE32-E72D297353CC}">
              <c16:uniqueId val="{00000046-C051-4656-88A4-42C55C670BF0}"/>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noFill/>
            <a:ln w="127000">
              <a:solidFill>
                <a:schemeClr val="tx1"/>
              </a:solidFill>
            </a:ln>
          </c:spPr>
          <c:dPt>
            <c:idx val="0"/>
            <c:bubble3D val="0"/>
            <c:spPr>
              <a:noFill/>
              <a:ln w="127000">
                <a:solidFill>
                  <a:schemeClr val="tx1"/>
                </a:solidFill>
              </a:ln>
              <a:effectLst/>
            </c:spPr>
            <c:extLst>
              <c:ext xmlns:c16="http://schemas.microsoft.com/office/drawing/2014/chart" uri="{C3380CC4-5D6E-409C-BE32-E72D297353CC}">
                <c16:uniqueId val="{00000001-F596-4974-8F87-120EDAC0DFAE}"/>
              </c:ext>
            </c:extLst>
          </c:dPt>
          <c:dPt>
            <c:idx val="1"/>
            <c:bubble3D val="0"/>
            <c:spPr>
              <a:noFill/>
              <a:ln w="127000">
                <a:solidFill>
                  <a:schemeClr val="tx1"/>
                </a:solidFill>
              </a:ln>
              <a:effectLst/>
            </c:spPr>
            <c:extLst>
              <c:ext xmlns:c16="http://schemas.microsoft.com/office/drawing/2014/chart" uri="{C3380CC4-5D6E-409C-BE32-E72D297353CC}">
                <c16:uniqueId val="{00000003-F596-4974-8F87-120EDAC0DFAE}"/>
              </c:ext>
            </c:extLst>
          </c:dPt>
          <c:dPt>
            <c:idx val="2"/>
            <c:bubble3D val="0"/>
            <c:spPr>
              <a:noFill/>
              <a:ln w="127000">
                <a:solidFill>
                  <a:schemeClr val="tx1"/>
                </a:solidFill>
              </a:ln>
              <a:effectLst/>
            </c:spPr>
            <c:extLst>
              <c:ext xmlns:c16="http://schemas.microsoft.com/office/drawing/2014/chart" uri="{C3380CC4-5D6E-409C-BE32-E72D297353CC}">
                <c16:uniqueId val="{00000005-F596-4974-8F87-120EDAC0DFAE}"/>
              </c:ext>
            </c:extLst>
          </c:dPt>
          <c:dPt>
            <c:idx val="3"/>
            <c:bubble3D val="0"/>
            <c:spPr>
              <a:noFill/>
              <a:ln w="127000">
                <a:solidFill>
                  <a:schemeClr val="tx1"/>
                </a:solidFill>
              </a:ln>
              <a:effectLst/>
            </c:spPr>
            <c:extLst>
              <c:ext xmlns:c16="http://schemas.microsoft.com/office/drawing/2014/chart" uri="{C3380CC4-5D6E-409C-BE32-E72D297353CC}">
                <c16:uniqueId val="{00000007-F596-4974-8F87-120EDAC0DFAE}"/>
              </c:ext>
            </c:extLst>
          </c:dPt>
          <c:dPt>
            <c:idx val="4"/>
            <c:bubble3D val="0"/>
            <c:spPr>
              <a:noFill/>
              <a:ln w="127000">
                <a:solidFill>
                  <a:schemeClr val="tx1"/>
                </a:solidFill>
              </a:ln>
              <a:effectLst/>
            </c:spPr>
            <c:extLst>
              <c:ext xmlns:c16="http://schemas.microsoft.com/office/drawing/2014/chart" uri="{C3380CC4-5D6E-409C-BE32-E72D297353CC}">
                <c16:uniqueId val="{00000009-F596-4974-8F87-120EDAC0DFAE}"/>
              </c:ext>
            </c:extLst>
          </c:dPt>
          <c:dPt>
            <c:idx val="5"/>
            <c:bubble3D val="0"/>
            <c:spPr>
              <a:noFill/>
              <a:ln w="127000">
                <a:solidFill>
                  <a:schemeClr val="tx1"/>
                </a:solidFill>
              </a:ln>
              <a:effectLst/>
            </c:spPr>
            <c:extLst>
              <c:ext xmlns:c16="http://schemas.microsoft.com/office/drawing/2014/chart" uri="{C3380CC4-5D6E-409C-BE32-E72D297353CC}">
                <c16:uniqueId val="{0000000B-F596-4974-8F87-120EDAC0DFAE}"/>
              </c:ext>
            </c:extLst>
          </c:dPt>
          <c:dPt>
            <c:idx val="6"/>
            <c:bubble3D val="0"/>
            <c:spPr>
              <a:noFill/>
              <a:ln w="127000">
                <a:solidFill>
                  <a:schemeClr val="tx1"/>
                </a:solidFill>
              </a:ln>
              <a:effectLst/>
            </c:spPr>
            <c:extLst>
              <c:ext xmlns:c16="http://schemas.microsoft.com/office/drawing/2014/chart" uri="{C3380CC4-5D6E-409C-BE32-E72D297353CC}">
                <c16:uniqueId val="{0000000D-F596-4974-8F87-120EDAC0DFAE}"/>
              </c:ext>
            </c:extLst>
          </c:dPt>
          <c:cat>
            <c:numRef>
              <c:f>Sheet1!$A$2:$A$8</c:f>
              <c:numCache>
                <c:formatCode>General</c:formatCode>
                <c:ptCount val="7"/>
                <c:pt idx="0">
                  <c:v>1</c:v>
                </c:pt>
                <c:pt idx="1">
                  <c:v>2</c:v>
                </c:pt>
                <c:pt idx="2">
                  <c:v>3</c:v>
                </c:pt>
                <c:pt idx="3">
                  <c:v>4</c:v>
                </c:pt>
                <c:pt idx="4">
                  <c:v>5</c:v>
                </c:pt>
                <c:pt idx="5">
                  <c:v>6</c:v>
                </c:pt>
                <c:pt idx="6">
                  <c:v>7</c:v>
                </c:pt>
              </c:numCache>
            </c:numRef>
          </c:cat>
          <c:val>
            <c:numRef>
              <c:f>Sheet1!$B$2:$B$8</c:f>
              <c:numCache>
                <c:formatCode>General</c:formatCode>
                <c:ptCount val="7"/>
                <c:pt idx="0">
                  <c:v>1</c:v>
                </c:pt>
                <c:pt idx="1">
                  <c:v>1</c:v>
                </c:pt>
                <c:pt idx="2">
                  <c:v>1</c:v>
                </c:pt>
                <c:pt idx="3">
                  <c:v>1</c:v>
                </c:pt>
                <c:pt idx="4">
                  <c:v>1</c:v>
                </c:pt>
                <c:pt idx="5">
                  <c:v>1</c:v>
                </c:pt>
                <c:pt idx="6">
                  <c:v>1</c:v>
                </c:pt>
              </c:numCache>
            </c:numRef>
          </c:val>
          <c:extLst>
            <c:ext xmlns:c16="http://schemas.microsoft.com/office/drawing/2014/chart" uri="{C3380CC4-5D6E-409C-BE32-E72D297353CC}">
              <c16:uniqueId val="{0000000E-F596-4974-8F87-120EDAC0DFAE}"/>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E7FF8-3214-FB79-DA17-74BDE78D173D}"/>
              </a:ext>
            </a:extLst>
          </p:cNvPr>
          <p:cNvSpPr>
            <a:spLocks noGrp="1"/>
          </p:cNvSpPr>
          <p:nvPr>
            <p:ph type="ctrTitle"/>
          </p:nvPr>
        </p:nvSpPr>
        <p:spPr>
          <a:xfrm>
            <a:off x="1524000" y="1122363"/>
            <a:ext cx="9144000" cy="2387600"/>
          </a:xfrm>
        </p:spPr>
        <p:txBody>
          <a:bodyPr anchor="b"/>
          <a:lstStyle>
            <a:lvl1pPr algn="ctr">
              <a:defRPr sz="6000"/>
            </a:lvl1pPr>
          </a:lstStyle>
          <a:p>
            <a:r>
              <a:rPr lang="en-US" altLang="zh-CN"/>
              <a:t>Click to edit Master title style</a:t>
            </a:r>
            <a:endParaRPr lang="zh-CN" altLang="en-US"/>
          </a:p>
        </p:txBody>
      </p:sp>
      <p:sp>
        <p:nvSpPr>
          <p:cNvPr id="3" name="Subtitle 2">
            <a:extLst>
              <a:ext uri="{FF2B5EF4-FFF2-40B4-BE49-F238E27FC236}">
                <a16:creationId xmlns:a16="http://schemas.microsoft.com/office/drawing/2014/main" id="{19E77F12-88CC-F1D0-D83A-D4B9ADBD1B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zh-CN" altLang="en-US"/>
          </a:p>
        </p:txBody>
      </p:sp>
      <p:sp>
        <p:nvSpPr>
          <p:cNvPr id="4" name="Date Placeholder 3">
            <a:extLst>
              <a:ext uri="{FF2B5EF4-FFF2-40B4-BE49-F238E27FC236}">
                <a16:creationId xmlns:a16="http://schemas.microsoft.com/office/drawing/2014/main" id="{8C681EAC-F515-A04F-C117-3BB32C15F1C8}"/>
              </a:ext>
            </a:extLst>
          </p:cNvPr>
          <p:cNvSpPr>
            <a:spLocks noGrp="1"/>
          </p:cNvSpPr>
          <p:nvPr>
            <p:ph type="dt" sz="half" idx="10"/>
          </p:nvPr>
        </p:nvSpPr>
        <p:spPr/>
        <p:txBody>
          <a:bodyPr/>
          <a:lstStyle/>
          <a:p>
            <a:fld id="{9887C5E0-9281-4099-905A-E8E55C6768D9}" type="datetimeFigureOut">
              <a:rPr lang="zh-CN" altLang="en-US" smtClean="0"/>
              <a:t>2024/11/7</a:t>
            </a:fld>
            <a:endParaRPr lang="zh-CN" altLang="en-US"/>
          </a:p>
        </p:txBody>
      </p:sp>
      <p:sp>
        <p:nvSpPr>
          <p:cNvPr id="5" name="Footer Placeholder 4">
            <a:extLst>
              <a:ext uri="{FF2B5EF4-FFF2-40B4-BE49-F238E27FC236}">
                <a16:creationId xmlns:a16="http://schemas.microsoft.com/office/drawing/2014/main" id="{011294D4-F6B6-11C0-E582-1E651DEEBFD9}"/>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2D7A13E2-2A33-5F37-D6D7-9EFEC8CC402C}"/>
              </a:ext>
            </a:extLst>
          </p:cNvPr>
          <p:cNvSpPr>
            <a:spLocks noGrp="1"/>
          </p:cNvSpPr>
          <p:nvPr>
            <p:ph type="sldNum" sz="quarter" idx="12"/>
          </p:nvPr>
        </p:nvSpPr>
        <p:spPr/>
        <p:txBody>
          <a:bodyPr/>
          <a:lstStyle/>
          <a:p>
            <a:fld id="{3EE09339-D85C-4AEB-9DCC-FC9EB9070538}" type="slidenum">
              <a:rPr lang="zh-CN" altLang="en-US" smtClean="0"/>
              <a:t>‹#›</a:t>
            </a:fld>
            <a:endParaRPr lang="zh-CN" altLang="en-US"/>
          </a:p>
        </p:txBody>
      </p:sp>
    </p:spTree>
    <p:extLst>
      <p:ext uri="{BB962C8B-B14F-4D97-AF65-F5344CB8AC3E}">
        <p14:creationId xmlns:p14="http://schemas.microsoft.com/office/powerpoint/2010/main" val="2671056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99A47-AC80-DE5B-4103-1C76E5332629}"/>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EC54A6C3-91C3-E0A8-5B0A-F99F92E8FD0B}"/>
              </a:ext>
            </a:extLst>
          </p:cNvPr>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FF7057D0-01D5-B56E-7AA7-BE85ECC143E3}"/>
              </a:ext>
            </a:extLst>
          </p:cNvPr>
          <p:cNvSpPr>
            <a:spLocks noGrp="1"/>
          </p:cNvSpPr>
          <p:nvPr>
            <p:ph type="dt" sz="half" idx="10"/>
          </p:nvPr>
        </p:nvSpPr>
        <p:spPr/>
        <p:txBody>
          <a:bodyPr/>
          <a:lstStyle/>
          <a:p>
            <a:fld id="{9887C5E0-9281-4099-905A-E8E55C6768D9}" type="datetimeFigureOut">
              <a:rPr lang="zh-CN" altLang="en-US" smtClean="0"/>
              <a:t>2024/11/7</a:t>
            </a:fld>
            <a:endParaRPr lang="zh-CN" altLang="en-US"/>
          </a:p>
        </p:txBody>
      </p:sp>
      <p:sp>
        <p:nvSpPr>
          <p:cNvPr id="5" name="Footer Placeholder 4">
            <a:extLst>
              <a:ext uri="{FF2B5EF4-FFF2-40B4-BE49-F238E27FC236}">
                <a16:creationId xmlns:a16="http://schemas.microsoft.com/office/drawing/2014/main" id="{36FC85A6-30EB-D0C5-1B80-141F6AEE98BE}"/>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9EF2371E-BCE8-154D-EDB8-F2D3A7492158}"/>
              </a:ext>
            </a:extLst>
          </p:cNvPr>
          <p:cNvSpPr>
            <a:spLocks noGrp="1"/>
          </p:cNvSpPr>
          <p:nvPr>
            <p:ph type="sldNum" sz="quarter" idx="12"/>
          </p:nvPr>
        </p:nvSpPr>
        <p:spPr/>
        <p:txBody>
          <a:bodyPr/>
          <a:lstStyle/>
          <a:p>
            <a:fld id="{3EE09339-D85C-4AEB-9DCC-FC9EB9070538}" type="slidenum">
              <a:rPr lang="zh-CN" altLang="en-US" smtClean="0"/>
              <a:t>‹#›</a:t>
            </a:fld>
            <a:endParaRPr lang="zh-CN" altLang="en-US"/>
          </a:p>
        </p:txBody>
      </p:sp>
    </p:spTree>
    <p:extLst>
      <p:ext uri="{BB962C8B-B14F-4D97-AF65-F5344CB8AC3E}">
        <p14:creationId xmlns:p14="http://schemas.microsoft.com/office/powerpoint/2010/main" val="2358426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76446-476F-16DC-996E-32BCBEEE011F}"/>
              </a:ext>
            </a:extLst>
          </p:cNvPr>
          <p:cNvSpPr>
            <a:spLocks noGrp="1"/>
          </p:cNvSpPr>
          <p:nvPr>
            <p:ph type="title"/>
          </p:nvPr>
        </p:nvSpPr>
        <p:spPr>
          <a:xfrm>
            <a:off x="831850" y="1709738"/>
            <a:ext cx="10515600" cy="2852737"/>
          </a:xfrm>
        </p:spPr>
        <p:txBody>
          <a:bodyPr anchor="b"/>
          <a:lstStyle>
            <a:lvl1pPr>
              <a:defRPr sz="6000"/>
            </a:lvl1p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E8F771B9-F090-6F74-A083-00C00E4D60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ltLang="zh-CN"/>
              <a:t>Click to edit Master text styles</a:t>
            </a:r>
          </a:p>
        </p:txBody>
      </p:sp>
      <p:sp>
        <p:nvSpPr>
          <p:cNvPr id="4" name="Date Placeholder 3">
            <a:extLst>
              <a:ext uri="{FF2B5EF4-FFF2-40B4-BE49-F238E27FC236}">
                <a16:creationId xmlns:a16="http://schemas.microsoft.com/office/drawing/2014/main" id="{B9D9FA96-C33B-4158-CBA1-765E767B09A6}"/>
              </a:ext>
            </a:extLst>
          </p:cNvPr>
          <p:cNvSpPr>
            <a:spLocks noGrp="1"/>
          </p:cNvSpPr>
          <p:nvPr>
            <p:ph type="dt" sz="half" idx="10"/>
          </p:nvPr>
        </p:nvSpPr>
        <p:spPr/>
        <p:txBody>
          <a:bodyPr/>
          <a:lstStyle/>
          <a:p>
            <a:fld id="{9887C5E0-9281-4099-905A-E8E55C6768D9}" type="datetimeFigureOut">
              <a:rPr lang="zh-CN" altLang="en-US" smtClean="0"/>
              <a:t>2024/11/7</a:t>
            </a:fld>
            <a:endParaRPr lang="zh-CN" altLang="en-US"/>
          </a:p>
        </p:txBody>
      </p:sp>
      <p:sp>
        <p:nvSpPr>
          <p:cNvPr id="5" name="Footer Placeholder 4">
            <a:extLst>
              <a:ext uri="{FF2B5EF4-FFF2-40B4-BE49-F238E27FC236}">
                <a16:creationId xmlns:a16="http://schemas.microsoft.com/office/drawing/2014/main" id="{D0BAA790-3EDD-9C61-400A-7B49A8F9C527}"/>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9D321FB4-716B-93B5-BD72-002951F83CA3}"/>
              </a:ext>
            </a:extLst>
          </p:cNvPr>
          <p:cNvSpPr>
            <a:spLocks noGrp="1"/>
          </p:cNvSpPr>
          <p:nvPr>
            <p:ph type="sldNum" sz="quarter" idx="12"/>
          </p:nvPr>
        </p:nvSpPr>
        <p:spPr/>
        <p:txBody>
          <a:bodyPr/>
          <a:lstStyle/>
          <a:p>
            <a:fld id="{3EE09339-D85C-4AEB-9DCC-FC9EB9070538}" type="slidenum">
              <a:rPr lang="zh-CN" altLang="en-US" smtClean="0"/>
              <a:t>‹#›</a:t>
            </a:fld>
            <a:endParaRPr lang="zh-CN" altLang="en-US"/>
          </a:p>
        </p:txBody>
      </p:sp>
    </p:spTree>
    <p:extLst>
      <p:ext uri="{BB962C8B-B14F-4D97-AF65-F5344CB8AC3E}">
        <p14:creationId xmlns:p14="http://schemas.microsoft.com/office/powerpoint/2010/main" val="41661587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E3827-7AFA-3183-50AC-9C47AEEB8425}"/>
              </a:ext>
            </a:extLst>
          </p:cNvPr>
          <p:cNvSpPr>
            <a:spLocks noGrp="1"/>
          </p:cNvSpPr>
          <p:nvPr>
            <p:ph type="title"/>
          </p:nvPr>
        </p:nvSpPr>
        <p:spPr/>
        <p:txBody>
          <a:body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4DEC9F76-F5A9-C00B-41EE-46332B2DAB2E}"/>
              </a:ext>
            </a:extLst>
          </p:cNvPr>
          <p:cNvSpPr>
            <a:spLocks noGrp="1"/>
          </p:cNvSpPr>
          <p:nvPr>
            <p:ph sz="half" idx="1"/>
          </p:nvPr>
        </p:nvSpPr>
        <p:spPr>
          <a:xfrm>
            <a:off x="838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Content Placeholder 3">
            <a:extLst>
              <a:ext uri="{FF2B5EF4-FFF2-40B4-BE49-F238E27FC236}">
                <a16:creationId xmlns:a16="http://schemas.microsoft.com/office/drawing/2014/main" id="{5BA6BC77-6271-8EC9-90E4-5E10438D4183}"/>
              </a:ext>
            </a:extLst>
          </p:cNvPr>
          <p:cNvSpPr>
            <a:spLocks noGrp="1"/>
          </p:cNvSpPr>
          <p:nvPr>
            <p:ph sz="half" idx="2"/>
          </p:nvPr>
        </p:nvSpPr>
        <p:spPr>
          <a:xfrm>
            <a:off x="6172200" y="1825625"/>
            <a:ext cx="51816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Date Placeholder 4">
            <a:extLst>
              <a:ext uri="{FF2B5EF4-FFF2-40B4-BE49-F238E27FC236}">
                <a16:creationId xmlns:a16="http://schemas.microsoft.com/office/drawing/2014/main" id="{D758FE4A-DC5C-2F0C-095E-244DC3B01770}"/>
              </a:ext>
            </a:extLst>
          </p:cNvPr>
          <p:cNvSpPr>
            <a:spLocks noGrp="1"/>
          </p:cNvSpPr>
          <p:nvPr>
            <p:ph type="dt" sz="half" idx="10"/>
          </p:nvPr>
        </p:nvSpPr>
        <p:spPr/>
        <p:txBody>
          <a:bodyPr/>
          <a:lstStyle/>
          <a:p>
            <a:fld id="{9887C5E0-9281-4099-905A-E8E55C6768D9}" type="datetimeFigureOut">
              <a:rPr lang="zh-CN" altLang="en-US" smtClean="0"/>
              <a:t>2024/11/7</a:t>
            </a:fld>
            <a:endParaRPr lang="zh-CN" altLang="en-US"/>
          </a:p>
        </p:txBody>
      </p:sp>
      <p:sp>
        <p:nvSpPr>
          <p:cNvPr id="6" name="Footer Placeholder 5">
            <a:extLst>
              <a:ext uri="{FF2B5EF4-FFF2-40B4-BE49-F238E27FC236}">
                <a16:creationId xmlns:a16="http://schemas.microsoft.com/office/drawing/2014/main" id="{661B999A-A9A3-377C-9CD0-61C6047450EF}"/>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1D2FB3C2-D820-5F31-47BF-F4DD3516E333}"/>
              </a:ext>
            </a:extLst>
          </p:cNvPr>
          <p:cNvSpPr>
            <a:spLocks noGrp="1"/>
          </p:cNvSpPr>
          <p:nvPr>
            <p:ph type="sldNum" sz="quarter" idx="12"/>
          </p:nvPr>
        </p:nvSpPr>
        <p:spPr/>
        <p:txBody>
          <a:bodyPr/>
          <a:lstStyle/>
          <a:p>
            <a:fld id="{3EE09339-D85C-4AEB-9DCC-FC9EB9070538}" type="slidenum">
              <a:rPr lang="zh-CN" altLang="en-US" smtClean="0"/>
              <a:t>‹#›</a:t>
            </a:fld>
            <a:endParaRPr lang="zh-CN" altLang="en-US"/>
          </a:p>
        </p:txBody>
      </p:sp>
    </p:spTree>
    <p:extLst>
      <p:ext uri="{BB962C8B-B14F-4D97-AF65-F5344CB8AC3E}">
        <p14:creationId xmlns:p14="http://schemas.microsoft.com/office/powerpoint/2010/main" val="2386459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3780A-7CD6-2ED9-8D66-726FA3C409C1}"/>
              </a:ext>
            </a:extLst>
          </p:cNvPr>
          <p:cNvSpPr>
            <a:spLocks noGrp="1"/>
          </p:cNvSpPr>
          <p:nvPr>
            <p:ph type="title"/>
          </p:nvPr>
        </p:nvSpPr>
        <p:spPr>
          <a:xfrm>
            <a:off x="839788" y="365125"/>
            <a:ext cx="10515600" cy="1325563"/>
          </a:xfrm>
        </p:spPr>
        <p:txBody>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7451BF8F-565F-F686-FD3A-AD2E89F1DD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Content Placeholder 3">
            <a:extLst>
              <a:ext uri="{FF2B5EF4-FFF2-40B4-BE49-F238E27FC236}">
                <a16:creationId xmlns:a16="http://schemas.microsoft.com/office/drawing/2014/main" id="{EB943F09-3A15-7761-A86D-A8760C1BBDD5}"/>
              </a:ext>
            </a:extLst>
          </p:cNvPr>
          <p:cNvSpPr>
            <a:spLocks noGrp="1"/>
          </p:cNvSpPr>
          <p:nvPr>
            <p:ph sz="half" idx="2"/>
          </p:nvPr>
        </p:nvSpPr>
        <p:spPr>
          <a:xfrm>
            <a:off x="839788" y="2505075"/>
            <a:ext cx="5157787"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Text Placeholder 4">
            <a:extLst>
              <a:ext uri="{FF2B5EF4-FFF2-40B4-BE49-F238E27FC236}">
                <a16:creationId xmlns:a16="http://schemas.microsoft.com/office/drawing/2014/main" id="{85AB8BFD-B7A3-5830-8892-88EC630936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Content Placeholder 5">
            <a:extLst>
              <a:ext uri="{FF2B5EF4-FFF2-40B4-BE49-F238E27FC236}">
                <a16:creationId xmlns:a16="http://schemas.microsoft.com/office/drawing/2014/main" id="{EC343FE0-70BC-32F3-54D1-3DE5B615848E}"/>
              </a:ext>
            </a:extLst>
          </p:cNvPr>
          <p:cNvSpPr>
            <a:spLocks noGrp="1"/>
          </p:cNvSpPr>
          <p:nvPr>
            <p:ph sz="quarter" idx="4"/>
          </p:nvPr>
        </p:nvSpPr>
        <p:spPr>
          <a:xfrm>
            <a:off x="6172200" y="2505075"/>
            <a:ext cx="5183188"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7" name="Date Placeholder 6">
            <a:extLst>
              <a:ext uri="{FF2B5EF4-FFF2-40B4-BE49-F238E27FC236}">
                <a16:creationId xmlns:a16="http://schemas.microsoft.com/office/drawing/2014/main" id="{CA12BC8C-54BB-2DE6-F600-FB168E3A0A70}"/>
              </a:ext>
            </a:extLst>
          </p:cNvPr>
          <p:cNvSpPr>
            <a:spLocks noGrp="1"/>
          </p:cNvSpPr>
          <p:nvPr>
            <p:ph type="dt" sz="half" idx="10"/>
          </p:nvPr>
        </p:nvSpPr>
        <p:spPr/>
        <p:txBody>
          <a:bodyPr/>
          <a:lstStyle/>
          <a:p>
            <a:fld id="{9887C5E0-9281-4099-905A-E8E55C6768D9}" type="datetimeFigureOut">
              <a:rPr lang="zh-CN" altLang="en-US" smtClean="0"/>
              <a:t>2024/11/7</a:t>
            </a:fld>
            <a:endParaRPr lang="zh-CN" altLang="en-US"/>
          </a:p>
        </p:txBody>
      </p:sp>
      <p:sp>
        <p:nvSpPr>
          <p:cNvPr id="8" name="Footer Placeholder 7">
            <a:extLst>
              <a:ext uri="{FF2B5EF4-FFF2-40B4-BE49-F238E27FC236}">
                <a16:creationId xmlns:a16="http://schemas.microsoft.com/office/drawing/2014/main" id="{EE5CCCF9-FB75-AB71-269B-799ABD720AEF}"/>
              </a:ext>
            </a:extLst>
          </p:cNvPr>
          <p:cNvSpPr>
            <a:spLocks noGrp="1"/>
          </p:cNvSpPr>
          <p:nvPr>
            <p:ph type="ftr" sz="quarter" idx="11"/>
          </p:nvPr>
        </p:nvSpPr>
        <p:spPr/>
        <p:txBody>
          <a:bodyPr/>
          <a:lstStyle/>
          <a:p>
            <a:endParaRPr lang="zh-CN" altLang="en-US"/>
          </a:p>
        </p:txBody>
      </p:sp>
      <p:sp>
        <p:nvSpPr>
          <p:cNvPr id="9" name="Slide Number Placeholder 8">
            <a:extLst>
              <a:ext uri="{FF2B5EF4-FFF2-40B4-BE49-F238E27FC236}">
                <a16:creationId xmlns:a16="http://schemas.microsoft.com/office/drawing/2014/main" id="{CDBA374F-F395-554B-57BA-7E2388F5C2F4}"/>
              </a:ext>
            </a:extLst>
          </p:cNvPr>
          <p:cNvSpPr>
            <a:spLocks noGrp="1"/>
          </p:cNvSpPr>
          <p:nvPr>
            <p:ph type="sldNum" sz="quarter" idx="12"/>
          </p:nvPr>
        </p:nvSpPr>
        <p:spPr/>
        <p:txBody>
          <a:bodyPr/>
          <a:lstStyle/>
          <a:p>
            <a:fld id="{3EE09339-D85C-4AEB-9DCC-FC9EB9070538}" type="slidenum">
              <a:rPr lang="zh-CN" altLang="en-US" smtClean="0"/>
              <a:t>‹#›</a:t>
            </a:fld>
            <a:endParaRPr lang="zh-CN" altLang="en-US"/>
          </a:p>
        </p:txBody>
      </p:sp>
    </p:spTree>
    <p:extLst>
      <p:ext uri="{BB962C8B-B14F-4D97-AF65-F5344CB8AC3E}">
        <p14:creationId xmlns:p14="http://schemas.microsoft.com/office/powerpoint/2010/main" val="3351403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BADF4-BF64-A88A-7F99-0BD6DFCFDBD9}"/>
              </a:ext>
            </a:extLst>
          </p:cNvPr>
          <p:cNvSpPr>
            <a:spLocks noGrp="1"/>
          </p:cNvSpPr>
          <p:nvPr>
            <p:ph type="title"/>
          </p:nvPr>
        </p:nvSpPr>
        <p:spPr/>
        <p:txBody>
          <a:bodyPr/>
          <a:lstStyle/>
          <a:p>
            <a:r>
              <a:rPr lang="en-US" altLang="zh-CN"/>
              <a:t>Click to edit Master title style</a:t>
            </a:r>
            <a:endParaRPr lang="zh-CN" altLang="en-US"/>
          </a:p>
        </p:txBody>
      </p:sp>
      <p:sp>
        <p:nvSpPr>
          <p:cNvPr id="3" name="Date Placeholder 2">
            <a:extLst>
              <a:ext uri="{FF2B5EF4-FFF2-40B4-BE49-F238E27FC236}">
                <a16:creationId xmlns:a16="http://schemas.microsoft.com/office/drawing/2014/main" id="{1B52B206-7F56-81B9-1661-55CD7A2CCA3F}"/>
              </a:ext>
            </a:extLst>
          </p:cNvPr>
          <p:cNvSpPr>
            <a:spLocks noGrp="1"/>
          </p:cNvSpPr>
          <p:nvPr>
            <p:ph type="dt" sz="half" idx="10"/>
          </p:nvPr>
        </p:nvSpPr>
        <p:spPr/>
        <p:txBody>
          <a:bodyPr/>
          <a:lstStyle/>
          <a:p>
            <a:fld id="{9887C5E0-9281-4099-905A-E8E55C6768D9}" type="datetimeFigureOut">
              <a:rPr lang="zh-CN" altLang="en-US" smtClean="0"/>
              <a:t>2024/11/7</a:t>
            </a:fld>
            <a:endParaRPr lang="zh-CN" altLang="en-US"/>
          </a:p>
        </p:txBody>
      </p:sp>
      <p:sp>
        <p:nvSpPr>
          <p:cNvPr id="4" name="Footer Placeholder 3">
            <a:extLst>
              <a:ext uri="{FF2B5EF4-FFF2-40B4-BE49-F238E27FC236}">
                <a16:creationId xmlns:a16="http://schemas.microsoft.com/office/drawing/2014/main" id="{868E2BDA-8D85-6756-B80C-3646C822020A}"/>
              </a:ext>
            </a:extLst>
          </p:cNvPr>
          <p:cNvSpPr>
            <a:spLocks noGrp="1"/>
          </p:cNvSpPr>
          <p:nvPr>
            <p:ph type="ftr" sz="quarter" idx="11"/>
          </p:nvPr>
        </p:nvSpPr>
        <p:spPr/>
        <p:txBody>
          <a:bodyPr/>
          <a:lstStyle/>
          <a:p>
            <a:endParaRPr lang="zh-CN" altLang="en-US"/>
          </a:p>
        </p:txBody>
      </p:sp>
      <p:sp>
        <p:nvSpPr>
          <p:cNvPr id="5" name="Slide Number Placeholder 4">
            <a:extLst>
              <a:ext uri="{FF2B5EF4-FFF2-40B4-BE49-F238E27FC236}">
                <a16:creationId xmlns:a16="http://schemas.microsoft.com/office/drawing/2014/main" id="{B1708706-6B65-CFC0-8B65-476EC9D17580}"/>
              </a:ext>
            </a:extLst>
          </p:cNvPr>
          <p:cNvSpPr>
            <a:spLocks noGrp="1"/>
          </p:cNvSpPr>
          <p:nvPr>
            <p:ph type="sldNum" sz="quarter" idx="12"/>
          </p:nvPr>
        </p:nvSpPr>
        <p:spPr/>
        <p:txBody>
          <a:bodyPr/>
          <a:lstStyle/>
          <a:p>
            <a:fld id="{3EE09339-D85C-4AEB-9DCC-FC9EB9070538}" type="slidenum">
              <a:rPr lang="zh-CN" altLang="en-US" smtClean="0"/>
              <a:t>‹#›</a:t>
            </a:fld>
            <a:endParaRPr lang="zh-CN" altLang="en-US"/>
          </a:p>
        </p:txBody>
      </p:sp>
    </p:spTree>
    <p:extLst>
      <p:ext uri="{BB962C8B-B14F-4D97-AF65-F5344CB8AC3E}">
        <p14:creationId xmlns:p14="http://schemas.microsoft.com/office/powerpoint/2010/main" val="36235441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4C7521-2F7C-7A0A-BD64-D3B934BCD959}"/>
              </a:ext>
            </a:extLst>
          </p:cNvPr>
          <p:cNvSpPr>
            <a:spLocks noGrp="1"/>
          </p:cNvSpPr>
          <p:nvPr>
            <p:ph type="dt" sz="half" idx="10"/>
          </p:nvPr>
        </p:nvSpPr>
        <p:spPr/>
        <p:txBody>
          <a:bodyPr/>
          <a:lstStyle/>
          <a:p>
            <a:fld id="{9887C5E0-9281-4099-905A-E8E55C6768D9}" type="datetimeFigureOut">
              <a:rPr lang="zh-CN" altLang="en-US" smtClean="0"/>
              <a:t>2024/11/7</a:t>
            </a:fld>
            <a:endParaRPr lang="zh-CN" altLang="en-US"/>
          </a:p>
        </p:txBody>
      </p:sp>
      <p:sp>
        <p:nvSpPr>
          <p:cNvPr id="3" name="Footer Placeholder 2">
            <a:extLst>
              <a:ext uri="{FF2B5EF4-FFF2-40B4-BE49-F238E27FC236}">
                <a16:creationId xmlns:a16="http://schemas.microsoft.com/office/drawing/2014/main" id="{035B4391-3CC5-EA1F-AAA8-3697D628B963}"/>
              </a:ext>
            </a:extLst>
          </p:cNvPr>
          <p:cNvSpPr>
            <a:spLocks noGrp="1"/>
          </p:cNvSpPr>
          <p:nvPr>
            <p:ph type="ftr" sz="quarter" idx="11"/>
          </p:nvPr>
        </p:nvSpPr>
        <p:spPr/>
        <p:txBody>
          <a:bodyPr/>
          <a:lstStyle/>
          <a:p>
            <a:endParaRPr lang="zh-CN" altLang="en-US"/>
          </a:p>
        </p:txBody>
      </p:sp>
      <p:sp>
        <p:nvSpPr>
          <p:cNvPr id="4" name="Slide Number Placeholder 3">
            <a:extLst>
              <a:ext uri="{FF2B5EF4-FFF2-40B4-BE49-F238E27FC236}">
                <a16:creationId xmlns:a16="http://schemas.microsoft.com/office/drawing/2014/main" id="{E9C81E6A-8C63-121C-99A3-78A2A10D7912}"/>
              </a:ext>
            </a:extLst>
          </p:cNvPr>
          <p:cNvSpPr>
            <a:spLocks noGrp="1"/>
          </p:cNvSpPr>
          <p:nvPr>
            <p:ph type="sldNum" sz="quarter" idx="12"/>
          </p:nvPr>
        </p:nvSpPr>
        <p:spPr/>
        <p:txBody>
          <a:bodyPr/>
          <a:lstStyle/>
          <a:p>
            <a:fld id="{3EE09339-D85C-4AEB-9DCC-FC9EB9070538}" type="slidenum">
              <a:rPr lang="zh-CN" altLang="en-US" smtClean="0"/>
              <a:t>‹#›</a:t>
            </a:fld>
            <a:endParaRPr lang="zh-CN" altLang="en-US"/>
          </a:p>
        </p:txBody>
      </p:sp>
    </p:spTree>
    <p:extLst>
      <p:ext uri="{BB962C8B-B14F-4D97-AF65-F5344CB8AC3E}">
        <p14:creationId xmlns:p14="http://schemas.microsoft.com/office/powerpoint/2010/main" val="3998477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62C94-5738-220B-A368-51587A7C824F}"/>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Content Placeholder 2">
            <a:extLst>
              <a:ext uri="{FF2B5EF4-FFF2-40B4-BE49-F238E27FC236}">
                <a16:creationId xmlns:a16="http://schemas.microsoft.com/office/drawing/2014/main" id="{CA3CE53D-6C2D-411D-A89C-2D7BD321F2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Text Placeholder 3">
            <a:extLst>
              <a:ext uri="{FF2B5EF4-FFF2-40B4-BE49-F238E27FC236}">
                <a16:creationId xmlns:a16="http://schemas.microsoft.com/office/drawing/2014/main" id="{F2844B38-9C44-E2B7-6B4D-50CB23896A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A9583100-3F32-710A-0D51-E80E8D85CDD3}"/>
              </a:ext>
            </a:extLst>
          </p:cNvPr>
          <p:cNvSpPr>
            <a:spLocks noGrp="1"/>
          </p:cNvSpPr>
          <p:nvPr>
            <p:ph type="dt" sz="half" idx="10"/>
          </p:nvPr>
        </p:nvSpPr>
        <p:spPr/>
        <p:txBody>
          <a:bodyPr/>
          <a:lstStyle/>
          <a:p>
            <a:fld id="{9887C5E0-9281-4099-905A-E8E55C6768D9}" type="datetimeFigureOut">
              <a:rPr lang="zh-CN" altLang="en-US" smtClean="0"/>
              <a:t>2024/11/7</a:t>
            </a:fld>
            <a:endParaRPr lang="zh-CN" altLang="en-US"/>
          </a:p>
        </p:txBody>
      </p:sp>
      <p:sp>
        <p:nvSpPr>
          <p:cNvPr id="6" name="Footer Placeholder 5">
            <a:extLst>
              <a:ext uri="{FF2B5EF4-FFF2-40B4-BE49-F238E27FC236}">
                <a16:creationId xmlns:a16="http://schemas.microsoft.com/office/drawing/2014/main" id="{6141DEF9-385B-385A-09DA-941AF4A685E2}"/>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43E4548C-D9FD-EA47-CF3B-18A41FE60C4F}"/>
              </a:ext>
            </a:extLst>
          </p:cNvPr>
          <p:cNvSpPr>
            <a:spLocks noGrp="1"/>
          </p:cNvSpPr>
          <p:nvPr>
            <p:ph type="sldNum" sz="quarter" idx="12"/>
          </p:nvPr>
        </p:nvSpPr>
        <p:spPr/>
        <p:txBody>
          <a:bodyPr/>
          <a:lstStyle/>
          <a:p>
            <a:fld id="{3EE09339-D85C-4AEB-9DCC-FC9EB9070538}" type="slidenum">
              <a:rPr lang="zh-CN" altLang="en-US" smtClean="0"/>
              <a:t>‹#›</a:t>
            </a:fld>
            <a:endParaRPr lang="zh-CN" altLang="en-US"/>
          </a:p>
        </p:txBody>
      </p:sp>
    </p:spTree>
    <p:extLst>
      <p:ext uri="{BB962C8B-B14F-4D97-AF65-F5344CB8AC3E}">
        <p14:creationId xmlns:p14="http://schemas.microsoft.com/office/powerpoint/2010/main" val="39118652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D75FB-FF04-0B4F-28DD-2B145CD359D0}"/>
              </a:ext>
            </a:extLst>
          </p:cNvPr>
          <p:cNvSpPr>
            <a:spLocks noGrp="1"/>
          </p:cNvSpPr>
          <p:nvPr>
            <p:ph type="title"/>
          </p:nvPr>
        </p:nvSpPr>
        <p:spPr>
          <a:xfrm>
            <a:off x="839788" y="457200"/>
            <a:ext cx="3932237" cy="1600200"/>
          </a:xfrm>
        </p:spPr>
        <p:txBody>
          <a:bodyPr anchor="b"/>
          <a:lstStyle>
            <a:lvl1pPr>
              <a:defRPr sz="3200"/>
            </a:lvl1pPr>
          </a:lstStyle>
          <a:p>
            <a:r>
              <a:rPr lang="en-US" altLang="zh-CN"/>
              <a:t>Click to edit Master title style</a:t>
            </a:r>
            <a:endParaRPr lang="zh-CN" altLang="en-US"/>
          </a:p>
        </p:txBody>
      </p:sp>
      <p:sp>
        <p:nvSpPr>
          <p:cNvPr id="3" name="Picture Placeholder 2">
            <a:extLst>
              <a:ext uri="{FF2B5EF4-FFF2-40B4-BE49-F238E27FC236}">
                <a16:creationId xmlns:a16="http://schemas.microsoft.com/office/drawing/2014/main" id="{89070228-08E1-6628-6672-8CB808D420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Placeholder 3">
            <a:extLst>
              <a:ext uri="{FF2B5EF4-FFF2-40B4-BE49-F238E27FC236}">
                <a16:creationId xmlns:a16="http://schemas.microsoft.com/office/drawing/2014/main" id="{239C661E-EE26-2157-360A-1C2282E9FD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5" name="Date Placeholder 4">
            <a:extLst>
              <a:ext uri="{FF2B5EF4-FFF2-40B4-BE49-F238E27FC236}">
                <a16:creationId xmlns:a16="http://schemas.microsoft.com/office/drawing/2014/main" id="{1C0C148F-796F-EAEF-E868-0374A019FF3A}"/>
              </a:ext>
            </a:extLst>
          </p:cNvPr>
          <p:cNvSpPr>
            <a:spLocks noGrp="1"/>
          </p:cNvSpPr>
          <p:nvPr>
            <p:ph type="dt" sz="half" idx="10"/>
          </p:nvPr>
        </p:nvSpPr>
        <p:spPr/>
        <p:txBody>
          <a:bodyPr/>
          <a:lstStyle/>
          <a:p>
            <a:fld id="{9887C5E0-9281-4099-905A-E8E55C6768D9}" type="datetimeFigureOut">
              <a:rPr lang="zh-CN" altLang="en-US" smtClean="0"/>
              <a:t>2024/11/7</a:t>
            </a:fld>
            <a:endParaRPr lang="zh-CN" altLang="en-US"/>
          </a:p>
        </p:txBody>
      </p:sp>
      <p:sp>
        <p:nvSpPr>
          <p:cNvPr id="6" name="Footer Placeholder 5">
            <a:extLst>
              <a:ext uri="{FF2B5EF4-FFF2-40B4-BE49-F238E27FC236}">
                <a16:creationId xmlns:a16="http://schemas.microsoft.com/office/drawing/2014/main" id="{71C8DB5F-C181-3C41-42E6-83A1052A16E4}"/>
              </a:ext>
            </a:extLst>
          </p:cNvPr>
          <p:cNvSpPr>
            <a:spLocks noGrp="1"/>
          </p:cNvSpPr>
          <p:nvPr>
            <p:ph type="ftr" sz="quarter" idx="11"/>
          </p:nvPr>
        </p:nvSpPr>
        <p:spPr/>
        <p:txBody>
          <a:bodyPr/>
          <a:lstStyle/>
          <a:p>
            <a:endParaRPr lang="zh-CN" altLang="en-US"/>
          </a:p>
        </p:txBody>
      </p:sp>
      <p:sp>
        <p:nvSpPr>
          <p:cNvPr id="7" name="Slide Number Placeholder 6">
            <a:extLst>
              <a:ext uri="{FF2B5EF4-FFF2-40B4-BE49-F238E27FC236}">
                <a16:creationId xmlns:a16="http://schemas.microsoft.com/office/drawing/2014/main" id="{9CBD0D85-448C-D502-16FD-A55283E6664E}"/>
              </a:ext>
            </a:extLst>
          </p:cNvPr>
          <p:cNvSpPr>
            <a:spLocks noGrp="1"/>
          </p:cNvSpPr>
          <p:nvPr>
            <p:ph type="sldNum" sz="quarter" idx="12"/>
          </p:nvPr>
        </p:nvSpPr>
        <p:spPr/>
        <p:txBody>
          <a:bodyPr/>
          <a:lstStyle/>
          <a:p>
            <a:fld id="{3EE09339-D85C-4AEB-9DCC-FC9EB9070538}" type="slidenum">
              <a:rPr lang="zh-CN" altLang="en-US" smtClean="0"/>
              <a:t>‹#›</a:t>
            </a:fld>
            <a:endParaRPr lang="zh-CN" altLang="en-US"/>
          </a:p>
        </p:txBody>
      </p:sp>
    </p:spTree>
    <p:extLst>
      <p:ext uri="{BB962C8B-B14F-4D97-AF65-F5344CB8AC3E}">
        <p14:creationId xmlns:p14="http://schemas.microsoft.com/office/powerpoint/2010/main" val="22044442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F9B21-325F-8918-ED92-84C4E9040CC5}"/>
              </a:ext>
            </a:extLst>
          </p:cNvPr>
          <p:cNvSpPr>
            <a:spLocks noGrp="1"/>
          </p:cNvSpPr>
          <p:nvPr>
            <p:ph type="title"/>
          </p:nvPr>
        </p:nvSpPr>
        <p:spPr/>
        <p:txBody>
          <a:bodyPr/>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09A361C3-7DAB-FB4D-8984-798B601A55C8}"/>
              </a:ext>
            </a:extLst>
          </p:cNvPr>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F73EEACC-9FF4-2D4D-3DEF-30F8E677E939}"/>
              </a:ext>
            </a:extLst>
          </p:cNvPr>
          <p:cNvSpPr>
            <a:spLocks noGrp="1"/>
          </p:cNvSpPr>
          <p:nvPr>
            <p:ph type="dt" sz="half" idx="10"/>
          </p:nvPr>
        </p:nvSpPr>
        <p:spPr/>
        <p:txBody>
          <a:bodyPr/>
          <a:lstStyle/>
          <a:p>
            <a:fld id="{9887C5E0-9281-4099-905A-E8E55C6768D9}" type="datetimeFigureOut">
              <a:rPr lang="zh-CN" altLang="en-US" smtClean="0"/>
              <a:t>2024/11/7</a:t>
            </a:fld>
            <a:endParaRPr lang="zh-CN" altLang="en-US"/>
          </a:p>
        </p:txBody>
      </p:sp>
      <p:sp>
        <p:nvSpPr>
          <p:cNvPr id="5" name="Footer Placeholder 4">
            <a:extLst>
              <a:ext uri="{FF2B5EF4-FFF2-40B4-BE49-F238E27FC236}">
                <a16:creationId xmlns:a16="http://schemas.microsoft.com/office/drawing/2014/main" id="{3D2D1F8C-2D13-1E23-5F78-99D3E37ADEEE}"/>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AE18C971-1EA3-A129-D550-75EDCEEF3DD3}"/>
              </a:ext>
            </a:extLst>
          </p:cNvPr>
          <p:cNvSpPr>
            <a:spLocks noGrp="1"/>
          </p:cNvSpPr>
          <p:nvPr>
            <p:ph type="sldNum" sz="quarter" idx="12"/>
          </p:nvPr>
        </p:nvSpPr>
        <p:spPr/>
        <p:txBody>
          <a:bodyPr/>
          <a:lstStyle/>
          <a:p>
            <a:fld id="{3EE09339-D85C-4AEB-9DCC-FC9EB9070538}" type="slidenum">
              <a:rPr lang="zh-CN" altLang="en-US" smtClean="0"/>
              <a:t>‹#›</a:t>
            </a:fld>
            <a:endParaRPr lang="zh-CN" altLang="en-US"/>
          </a:p>
        </p:txBody>
      </p:sp>
    </p:spTree>
    <p:extLst>
      <p:ext uri="{BB962C8B-B14F-4D97-AF65-F5344CB8AC3E}">
        <p14:creationId xmlns:p14="http://schemas.microsoft.com/office/powerpoint/2010/main" val="2892613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E4AB13D-1CD3-11F4-C174-DDAE3198AE49}"/>
              </a:ext>
            </a:extLst>
          </p:cNvPr>
          <p:cNvSpPr>
            <a:spLocks noGrp="1"/>
          </p:cNvSpPr>
          <p:nvPr>
            <p:ph type="title" orient="vert"/>
          </p:nvPr>
        </p:nvSpPr>
        <p:spPr>
          <a:xfrm>
            <a:off x="8724900" y="365125"/>
            <a:ext cx="2628900" cy="5811838"/>
          </a:xfrm>
        </p:spPr>
        <p:txBody>
          <a:bodyPr vert="eaVert"/>
          <a:lstStyle/>
          <a:p>
            <a:r>
              <a:rPr lang="en-US" altLang="zh-CN"/>
              <a:t>Click to edit Master title style</a:t>
            </a:r>
            <a:endParaRPr lang="zh-CN" altLang="en-US"/>
          </a:p>
        </p:txBody>
      </p:sp>
      <p:sp>
        <p:nvSpPr>
          <p:cNvPr id="3" name="Vertical Text Placeholder 2">
            <a:extLst>
              <a:ext uri="{FF2B5EF4-FFF2-40B4-BE49-F238E27FC236}">
                <a16:creationId xmlns:a16="http://schemas.microsoft.com/office/drawing/2014/main" id="{5E5B7130-555C-74DB-98ED-0222B1A65EF3}"/>
              </a:ext>
            </a:extLst>
          </p:cNvPr>
          <p:cNvSpPr>
            <a:spLocks noGrp="1"/>
          </p:cNvSpPr>
          <p:nvPr>
            <p:ph type="body" orient="vert" idx="1"/>
          </p:nvPr>
        </p:nvSpPr>
        <p:spPr>
          <a:xfrm>
            <a:off x="838200" y="365125"/>
            <a:ext cx="7734300"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4CC0D70B-8C3B-B3AD-5781-5E118A983B28}"/>
              </a:ext>
            </a:extLst>
          </p:cNvPr>
          <p:cNvSpPr>
            <a:spLocks noGrp="1"/>
          </p:cNvSpPr>
          <p:nvPr>
            <p:ph type="dt" sz="half" idx="10"/>
          </p:nvPr>
        </p:nvSpPr>
        <p:spPr/>
        <p:txBody>
          <a:bodyPr/>
          <a:lstStyle/>
          <a:p>
            <a:fld id="{9887C5E0-9281-4099-905A-E8E55C6768D9}" type="datetimeFigureOut">
              <a:rPr lang="zh-CN" altLang="en-US" smtClean="0"/>
              <a:t>2024/11/7</a:t>
            </a:fld>
            <a:endParaRPr lang="zh-CN" altLang="en-US"/>
          </a:p>
        </p:txBody>
      </p:sp>
      <p:sp>
        <p:nvSpPr>
          <p:cNvPr id="5" name="Footer Placeholder 4">
            <a:extLst>
              <a:ext uri="{FF2B5EF4-FFF2-40B4-BE49-F238E27FC236}">
                <a16:creationId xmlns:a16="http://schemas.microsoft.com/office/drawing/2014/main" id="{83120E7F-033E-427F-42C3-B39757BD43D7}"/>
              </a:ext>
            </a:extLst>
          </p:cNvPr>
          <p:cNvSpPr>
            <a:spLocks noGrp="1"/>
          </p:cNvSpPr>
          <p:nvPr>
            <p:ph type="ftr" sz="quarter" idx="11"/>
          </p:nvPr>
        </p:nvSpPr>
        <p:spPr/>
        <p:txBody>
          <a:bodyPr/>
          <a:lstStyle/>
          <a:p>
            <a:endParaRPr lang="zh-CN" altLang="en-US"/>
          </a:p>
        </p:txBody>
      </p:sp>
      <p:sp>
        <p:nvSpPr>
          <p:cNvPr id="6" name="Slide Number Placeholder 5">
            <a:extLst>
              <a:ext uri="{FF2B5EF4-FFF2-40B4-BE49-F238E27FC236}">
                <a16:creationId xmlns:a16="http://schemas.microsoft.com/office/drawing/2014/main" id="{0ACA9FDD-19BE-86CF-573C-63095BE0E5CD}"/>
              </a:ext>
            </a:extLst>
          </p:cNvPr>
          <p:cNvSpPr>
            <a:spLocks noGrp="1"/>
          </p:cNvSpPr>
          <p:nvPr>
            <p:ph type="sldNum" sz="quarter" idx="12"/>
          </p:nvPr>
        </p:nvSpPr>
        <p:spPr/>
        <p:txBody>
          <a:bodyPr/>
          <a:lstStyle/>
          <a:p>
            <a:fld id="{3EE09339-D85C-4AEB-9DCC-FC9EB9070538}" type="slidenum">
              <a:rPr lang="zh-CN" altLang="en-US" smtClean="0"/>
              <a:t>‹#›</a:t>
            </a:fld>
            <a:endParaRPr lang="zh-CN" altLang="en-US"/>
          </a:p>
        </p:txBody>
      </p:sp>
    </p:spTree>
    <p:extLst>
      <p:ext uri="{BB962C8B-B14F-4D97-AF65-F5344CB8AC3E}">
        <p14:creationId xmlns:p14="http://schemas.microsoft.com/office/powerpoint/2010/main" val="561881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67F929-4CA8-62EC-A739-04CB14F061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a:t>Click to edit Master title style</a:t>
            </a:r>
            <a:endParaRPr lang="zh-CN" altLang="en-US"/>
          </a:p>
        </p:txBody>
      </p:sp>
      <p:sp>
        <p:nvSpPr>
          <p:cNvPr id="3" name="Text Placeholder 2">
            <a:extLst>
              <a:ext uri="{FF2B5EF4-FFF2-40B4-BE49-F238E27FC236}">
                <a16:creationId xmlns:a16="http://schemas.microsoft.com/office/drawing/2014/main" id="{2836B0E7-0DB0-0002-4DC2-B21DF67186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Date Placeholder 3">
            <a:extLst>
              <a:ext uri="{FF2B5EF4-FFF2-40B4-BE49-F238E27FC236}">
                <a16:creationId xmlns:a16="http://schemas.microsoft.com/office/drawing/2014/main" id="{E11E6C2A-8E04-C7AB-7455-F936549900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887C5E0-9281-4099-905A-E8E55C6768D9}" type="datetimeFigureOut">
              <a:rPr lang="zh-CN" altLang="en-US" smtClean="0"/>
              <a:t>2024/11/7</a:t>
            </a:fld>
            <a:endParaRPr lang="zh-CN" altLang="en-US"/>
          </a:p>
        </p:txBody>
      </p:sp>
      <p:sp>
        <p:nvSpPr>
          <p:cNvPr id="5" name="Footer Placeholder 4">
            <a:extLst>
              <a:ext uri="{FF2B5EF4-FFF2-40B4-BE49-F238E27FC236}">
                <a16:creationId xmlns:a16="http://schemas.microsoft.com/office/drawing/2014/main" id="{DEF4EF16-831B-DE13-B273-342A83B765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Slide Number Placeholder 5">
            <a:extLst>
              <a:ext uri="{FF2B5EF4-FFF2-40B4-BE49-F238E27FC236}">
                <a16:creationId xmlns:a16="http://schemas.microsoft.com/office/drawing/2014/main" id="{E5E70753-096C-4A2E-0010-27D3CE0C11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E09339-D85C-4AEB-9DCC-FC9EB9070538}" type="slidenum">
              <a:rPr lang="zh-CN" altLang="en-US" smtClean="0"/>
              <a:t>‹#›</a:t>
            </a:fld>
            <a:endParaRPr lang="zh-CN" altLang="en-US"/>
          </a:p>
        </p:txBody>
      </p:sp>
    </p:spTree>
    <p:extLst>
      <p:ext uri="{BB962C8B-B14F-4D97-AF65-F5344CB8AC3E}">
        <p14:creationId xmlns:p14="http://schemas.microsoft.com/office/powerpoint/2010/main" val="8332583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Freeform: Shape 26">
            <a:extLst>
              <a:ext uri="{FF2B5EF4-FFF2-40B4-BE49-F238E27FC236}">
                <a16:creationId xmlns:a16="http://schemas.microsoft.com/office/drawing/2014/main" id="{2E5075A4-3544-7DD8-7155-F83D1AC8A780}"/>
              </a:ext>
            </a:extLst>
          </p:cNvPr>
          <p:cNvSpPr/>
          <p:nvPr/>
        </p:nvSpPr>
        <p:spPr>
          <a:xfrm>
            <a:off x="3396000" y="729000"/>
            <a:ext cx="5400000" cy="5400000"/>
          </a:xfrm>
          <a:custGeom>
            <a:avLst/>
            <a:gdLst>
              <a:gd name="connsiteX0" fmla="*/ 2638247 w 5400000"/>
              <a:gd name="connsiteY0" fmla="*/ 5396882 h 5400000"/>
              <a:gd name="connsiteX1" fmla="*/ 2746724 w 5400000"/>
              <a:gd name="connsiteY1" fmla="*/ 5397641 h 5400000"/>
              <a:gd name="connsiteX2" fmla="*/ 2700000 w 5400000"/>
              <a:gd name="connsiteY2" fmla="*/ 5400000 h 5400000"/>
              <a:gd name="connsiteX3" fmla="*/ 3022298 w 5400000"/>
              <a:gd name="connsiteY3" fmla="*/ 5379004 h 5400000"/>
              <a:gd name="connsiteX4" fmla="*/ 2976060 w 5400000"/>
              <a:gd name="connsiteY4" fmla="*/ 5386060 h 5400000"/>
              <a:gd name="connsiteX5" fmla="*/ 2896981 w 5400000"/>
              <a:gd name="connsiteY5" fmla="*/ 5390054 h 5400000"/>
              <a:gd name="connsiteX6" fmla="*/ 2370768 w 5400000"/>
              <a:gd name="connsiteY6" fmla="*/ 5377945 h 5400000"/>
              <a:gd name="connsiteX7" fmla="*/ 2477082 w 5400000"/>
              <a:gd name="connsiteY7" fmla="*/ 5388744 h 5400000"/>
              <a:gd name="connsiteX8" fmla="*/ 2423941 w 5400000"/>
              <a:gd name="connsiteY8" fmla="*/ 5386060 h 5400000"/>
              <a:gd name="connsiteX9" fmla="*/ 3286949 w 5400000"/>
              <a:gd name="connsiteY9" fmla="*/ 5334140 h 5400000"/>
              <a:gd name="connsiteX10" fmla="*/ 3244145 w 5400000"/>
              <a:gd name="connsiteY10" fmla="*/ 5345146 h 5400000"/>
              <a:gd name="connsiteX11" fmla="*/ 3148650 w 5400000"/>
              <a:gd name="connsiteY11" fmla="*/ 5359720 h 5400000"/>
              <a:gd name="connsiteX12" fmla="*/ 2108046 w 5400000"/>
              <a:gd name="connsiteY12" fmla="*/ 5332853 h 5400000"/>
              <a:gd name="connsiteX13" fmla="*/ 2220491 w 5400000"/>
              <a:gd name="connsiteY13" fmla="*/ 5355010 h 5400000"/>
              <a:gd name="connsiteX14" fmla="*/ 2155856 w 5400000"/>
              <a:gd name="connsiteY14" fmla="*/ 5345146 h 5400000"/>
              <a:gd name="connsiteX15" fmla="*/ 3537582 w 5400000"/>
              <a:gd name="connsiteY15" fmla="*/ 5265919 h 5400000"/>
              <a:gd name="connsiteX16" fmla="*/ 3502898 w 5400000"/>
              <a:gd name="connsiteY16" fmla="*/ 5278614 h 5400000"/>
              <a:gd name="connsiteX17" fmla="*/ 3403158 w 5400000"/>
              <a:gd name="connsiteY17" fmla="*/ 5304259 h 5400000"/>
              <a:gd name="connsiteX18" fmla="*/ 1855535 w 5400000"/>
              <a:gd name="connsiteY18" fmla="*/ 5263399 h 5400000"/>
              <a:gd name="connsiteX19" fmla="*/ 1974713 w 5400000"/>
              <a:gd name="connsiteY19" fmla="*/ 5298569 h 5400000"/>
              <a:gd name="connsiteX20" fmla="*/ 1897103 w 5400000"/>
              <a:gd name="connsiteY20" fmla="*/ 5278614 h 5400000"/>
              <a:gd name="connsiteX21" fmla="*/ 3776327 w 5400000"/>
              <a:gd name="connsiteY21" fmla="*/ 5175602 h 5400000"/>
              <a:gd name="connsiteX22" fmla="*/ 3750962 w 5400000"/>
              <a:gd name="connsiteY22" fmla="*/ 5187821 h 5400000"/>
              <a:gd name="connsiteX23" fmla="*/ 3655254 w 5400000"/>
              <a:gd name="connsiteY23" fmla="*/ 5222851 h 5400000"/>
              <a:gd name="connsiteX24" fmla="*/ 1615536 w 5400000"/>
              <a:gd name="connsiteY24" fmla="*/ 5171682 h 5400000"/>
              <a:gd name="connsiteX25" fmla="*/ 1737988 w 5400000"/>
              <a:gd name="connsiteY25" fmla="*/ 5220377 h 5400000"/>
              <a:gd name="connsiteX26" fmla="*/ 1649038 w 5400000"/>
              <a:gd name="connsiteY26" fmla="*/ 5187821 h 5400000"/>
              <a:gd name="connsiteX27" fmla="*/ 4003631 w 5400000"/>
              <a:gd name="connsiteY27" fmla="*/ 5064010 h 5400000"/>
              <a:gd name="connsiteX28" fmla="*/ 3986981 w 5400000"/>
              <a:gd name="connsiteY28" fmla="*/ 5074125 h 5400000"/>
              <a:gd name="connsiteX29" fmla="*/ 3901336 w 5400000"/>
              <a:gd name="connsiteY29" fmla="*/ 5115382 h 5400000"/>
              <a:gd name="connsiteX30" fmla="*/ 1388855 w 5400000"/>
              <a:gd name="connsiteY30" fmla="*/ 5059444 h 5400000"/>
              <a:gd name="connsiteX31" fmla="*/ 1508481 w 5400000"/>
              <a:gd name="connsiteY31" fmla="*/ 5120111 h 5400000"/>
              <a:gd name="connsiteX32" fmla="*/ 1413020 w 5400000"/>
              <a:gd name="connsiteY32" fmla="*/ 5074125 h 5400000"/>
              <a:gd name="connsiteX33" fmla="*/ 4218957 w 5400000"/>
              <a:gd name="connsiteY33" fmla="*/ 4931883 h 5400000"/>
              <a:gd name="connsiteX34" fmla="*/ 4209596 w 5400000"/>
              <a:gd name="connsiteY34" fmla="*/ 4938883 h 5400000"/>
              <a:gd name="connsiteX35" fmla="*/ 4138784 w 5400000"/>
              <a:gd name="connsiteY35" fmla="*/ 4981902 h 5400000"/>
              <a:gd name="connsiteX36" fmla="*/ 1175738 w 5400000"/>
              <a:gd name="connsiteY36" fmla="*/ 4927915 h 5400000"/>
              <a:gd name="connsiteX37" fmla="*/ 1283564 w 5400000"/>
              <a:gd name="connsiteY37" fmla="*/ 4995478 h 5400000"/>
              <a:gd name="connsiteX38" fmla="*/ 1190405 w 5400000"/>
              <a:gd name="connsiteY38" fmla="*/ 4938883 h 5400000"/>
              <a:gd name="connsiteX39" fmla="*/ 4421102 w 5400000"/>
              <a:gd name="connsiteY39" fmla="*/ 4780133 h 5400000"/>
              <a:gd name="connsiteX40" fmla="*/ 4417451 w 5400000"/>
              <a:gd name="connsiteY40" fmla="*/ 4783452 h 5400000"/>
              <a:gd name="connsiteX41" fmla="*/ 4369394 w 5400000"/>
              <a:gd name="connsiteY41" fmla="*/ 4819388 h 5400000"/>
              <a:gd name="connsiteX42" fmla="*/ 976400 w 5400000"/>
              <a:gd name="connsiteY42" fmla="*/ 4777863 h 5400000"/>
              <a:gd name="connsiteX43" fmla="*/ 1056171 w 5400000"/>
              <a:gd name="connsiteY43" fmla="*/ 4838504 h 5400000"/>
              <a:gd name="connsiteX44" fmla="*/ 982550 w 5400000"/>
              <a:gd name="connsiteY44" fmla="*/ 4783452 h 5400000"/>
              <a:gd name="connsiteX45" fmla="*/ 599517 w 5400000"/>
              <a:gd name="connsiteY45" fmla="*/ 4394675 h 5400000"/>
              <a:gd name="connsiteX46" fmla="*/ 617815 w 5400000"/>
              <a:gd name="connsiteY46" fmla="*/ 4418844 h 5400000"/>
              <a:gd name="connsiteX47" fmla="*/ 616549 w 5400000"/>
              <a:gd name="connsiteY47" fmla="*/ 4417451 h 5400000"/>
              <a:gd name="connsiteX48" fmla="*/ 4838518 w 5400000"/>
              <a:gd name="connsiteY48" fmla="*/ 4343812 h 5400000"/>
              <a:gd name="connsiteX49" fmla="*/ 4783452 w 5400000"/>
              <a:gd name="connsiteY49" fmla="*/ 4417451 h 5400000"/>
              <a:gd name="connsiteX50" fmla="*/ 4777898 w 5400000"/>
              <a:gd name="connsiteY50" fmla="*/ 4423562 h 5400000"/>
              <a:gd name="connsiteX51" fmla="*/ 421561 w 5400000"/>
              <a:gd name="connsiteY51" fmla="*/ 4144483 h 5400000"/>
              <a:gd name="connsiteX52" fmla="*/ 466234 w 5400000"/>
              <a:gd name="connsiteY52" fmla="*/ 4216438 h 5400000"/>
              <a:gd name="connsiteX53" fmla="*/ 461118 w 5400000"/>
              <a:gd name="connsiteY53" fmla="*/ 4209596 h 5400000"/>
              <a:gd name="connsiteX54" fmla="*/ 4992355 w 5400000"/>
              <a:gd name="connsiteY54" fmla="*/ 4121577 h 5400000"/>
              <a:gd name="connsiteX55" fmla="*/ 4938883 w 5400000"/>
              <a:gd name="connsiteY55" fmla="*/ 4209596 h 5400000"/>
              <a:gd name="connsiteX56" fmla="*/ 4928695 w 5400000"/>
              <a:gd name="connsiteY56" fmla="*/ 4223220 h 5400000"/>
              <a:gd name="connsiteX57" fmla="*/ 5117587 w 5400000"/>
              <a:gd name="connsiteY57" fmla="*/ 3896759 h 5400000"/>
              <a:gd name="connsiteX58" fmla="*/ 5074125 w 5400000"/>
              <a:gd name="connsiteY58" fmla="*/ 3986981 h 5400000"/>
              <a:gd name="connsiteX59" fmla="*/ 5060796 w 5400000"/>
              <a:gd name="connsiteY59" fmla="*/ 4008920 h 5400000"/>
              <a:gd name="connsiteX60" fmla="*/ 280218 w 5400000"/>
              <a:gd name="connsiteY60" fmla="*/ 3892202 h 5400000"/>
              <a:gd name="connsiteX61" fmla="*/ 334607 w 5400000"/>
              <a:gd name="connsiteY61" fmla="*/ 4001354 h 5400000"/>
              <a:gd name="connsiteX62" fmla="*/ 325876 w 5400000"/>
              <a:gd name="connsiteY62" fmla="*/ 3986981 h 5400000"/>
              <a:gd name="connsiteX63" fmla="*/ 5219438 w 5400000"/>
              <a:gd name="connsiteY63" fmla="*/ 3664576 h 5400000"/>
              <a:gd name="connsiteX64" fmla="*/ 5187821 w 5400000"/>
              <a:gd name="connsiteY64" fmla="*/ 3750962 h 5400000"/>
              <a:gd name="connsiteX65" fmla="*/ 5173176 w 5400000"/>
              <a:gd name="connsiteY65" fmla="*/ 3781363 h 5400000"/>
              <a:gd name="connsiteX66" fmla="*/ 170229 w 5400000"/>
              <a:gd name="connsiteY66" fmla="*/ 3636344 h 5400000"/>
              <a:gd name="connsiteX67" fmla="*/ 223449 w 5400000"/>
              <a:gd name="connsiteY67" fmla="*/ 3774355 h 5400000"/>
              <a:gd name="connsiteX68" fmla="*/ 212180 w 5400000"/>
              <a:gd name="connsiteY68" fmla="*/ 3750962 h 5400000"/>
              <a:gd name="connsiteX69" fmla="*/ 5298963 w 5400000"/>
              <a:gd name="connsiteY69" fmla="*/ 3423756 h 5400000"/>
              <a:gd name="connsiteX70" fmla="*/ 5278613 w 5400000"/>
              <a:gd name="connsiteY70" fmla="*/ 3502898 h 5400000"/>
              <a:gd name="connsiteX71" fmla="*/ 5264543 w 5400000"/>
              <a:gd name="connsiteY71" fmla="*/ 3541340 h 5400000"/>
              <a:gd name="connsiteX72" fmla="*/ 90635 w 5400000"/>
              <a:gd name="connsiteY72" fmla="*/ 3383298 h 5400000"/>
              <a:gd name="connsiteX73" fmla="*/ 133095 w 5400000"/>
              <a:gd name="connsiteY73" fmla="*/ 3534886 h 5400000"/>
              <a:gd name="connsiteX74" fmla="*/ 121387 w 5400000"/>
              <a:gd name="connsiteY74" fmla="*/ 3502898 h 5400000"/>
              <a:gd name="connsiteX75" fmla="*/ 5355910 w 5400000"/>
              <a:gd name="connsiteY75" fmla="*/ 3173616 h 5400000"/>
              <a:gd name="connsiteX76" fmla="*/ 5345146 w 5400000"/>
              <a:gd name="connsiteY76" fmla="*/ 3244144 h 5400000"/>
              <a:gd name="connsiteX77" fmla="*/ 5333350 w 5400000"/>
              <a:gd name="connsiteY77" fmla="*/ 3290020 h 5400000"/>
              <a:gd name="connsiteX78" fmla="*/ 5389217 w 5400000"/>
              <a:gd name="connsiteY78" fmla="*/ 2913547 h 5400000"/>
              <a:gd name="connsiteX79" fmla="*/ 5386060 w 5400000"/>
              <a:gd name="connsiteY79" fmla="*/ 2976060 h 5400000"/>
              <a:gd name="connsiteX80" fmla="*/ 5377921 w 5400000"/>
              <a:gd name="connsiteY80" fmla="*/ 3029391 h 5400000"/>
              <a:gd name="connsiteX81" fmla="*/ 5397094 w 5400000"/>
              <a:gd name="connsiteY81" fmla="*/ 2642458 h 5400000"/>
              <a:gd name="connsiteX82" fmla="*/ 5400000 w 5400000"/>
              <a:gd name="connsiteY82" fmla="*/ 2700000 h 5400000"/>
              <a:gd name="connsiteX83" fmla="*/ 5396822 w 5400000"/>
              <a:gd name="connsiteY83" fmla="*/ 2762929 h 5400000"/>
              <a:gd name="connsiteX84" fmla="*/ 5378035 w 5400000"/>
              <a:gd name="connsiteY84" fmla="*/ 2371359 h 5400000"/>
              <a:gd name="connsiteX85" fmla="*/ 5386060 w 5400000"/>
              <a:gd name="connsiteY85" fmla="*/ 2423941 h 5400000"/>
              <a:gd name="connsiteX86" fmla="*/ 5389791 w 5400000"/>
              <a:gd name="connsiteY86" fmla="*/ 2497824 h 5400000"/>
              <a:gd name="connsiteX87" fmla="*/ 27294 w 5400000"/>
              <a:gd name="connsiteY87" fmla="*/ 2336440 h 5400000"/>
              <a:gd name="connsiteX88" fmla="*/ 1363647 w 5400000"/>
              <a:gd name="connsiteY88" fmla="*/ 2518220 h 5400000"/>
              <a:gd name="connsiteX89" fmla="*/ 1356970 w 5400000"/>
              <a:gd name="connsiteY89" fmla="*/ 2561971 h 5400000"/>
              <a:gd name="connsiteX90" fmla="*/ 1350000 w 5400000"/>
              <a:gd name="connsiteY90" fmla="*/ 2700000 h 5400000"/>
              <a:gd name="connsiteX91" fmla="*/ 1377428 w 5400000"/>
              <a:gd name="connsiteY91" fmla="*/ 2972072 h 5400000"/>
              <a:gd name="connsiteX92" fmla="*/ 1385078 w 5400000"/>
              <a:gd name="connsiteY92" fmla="*/ 3001824 h 5400000"/>
              <a:gd name="connsiteX93" fmla="*/ 70155 w 5400000"/>
              <a:gd name="connsiteY93" fmla="*/ 3303648 h 5400000"/>
              <a:gd name="connsiteX94" fmla="*/ 54855 w 5400000"/>
              <a:gd name="connsiteY94" fmla="*/ 3244144 h 5400000"/>
              <a:gd name="connsiteX95" fmla="*/ 0 w 5400000"/>
              <a:gd name="connsiteY95" fmla="*/ 2700000 h 5400000"/>
              <a:gd name="connsiteX96" fmla="*/ 13940 w 5400000"/>
              <a:gd name="connsiteY96" fmla="*/ 2423941 h 5400000"/>
              <a:gd name="connsiteX97" fmla="*/ 65781 w 5400000"/>
              <a:gd name="connsiteY97" fmla="*/ 2113363 h 5400000"/>
              <a:gd name="connsiteX98" fmla="*/ 40234 w 5400000"/>
              <a:gd name="connsiteY98" fmla="*/ 2251654 h 5400000"/>
              <a:gd name="connsiteX99" fmla="*/ 54855 w 5400000"/>
              <a:gd name="connsiteY99" fmla="*/ 2155856 h 5400000"/>
              <a:gd name="connsiteX100" fmla="*/ 5333575 w 5400000"/>
              <a:gd name="connsiteY100" fmla="*/ 2110855 h 5400000"/>
              <a:gd name="connsiteX101" fmla="*/ 5345146 w 5400000"/>
              <a:gd name="connsiteY101" fmla="*/ 2155856 h 5400000"/>
              <a:gd name="connsiteX102" fmla="*/ 5357546 w 5400000"/>
              <a:gd name="connsiteY102" fmla="*/ 2237109 h 5400000"/>
              <a:gd name="connsiteX103" fmla="*/ 133973 w 5400000"/>
              <a:gd name="connsiteY103" fmla="*/ 1862715 h 5400000"/>
              <a:gd name="connsiteX104" fmla="*/ 95660 w 5400000"/>
              <a:gd name="connsiteY104" fmla="*/ 1997158 h 5400000"/>
              <a:gd name="connsiteX105" fmla="*/ 121387 w 5400000"/>
              <a:gd name="connsiteY105" fmla="*/ 1897103 h 5400000"/>
              <a:gd name="connsiteX106" fmla="*/ 5265278 w 5400000"/>
              <a:gd name="connsiteY106" fmla="*/ 1860667 h 5400000"/>
              <a:gd name="connsiteX107" fmla="*/ 5278613 w 5400000"/>
              <a:gd name="connsiteY107" fmla="*/ 1897103 h 5400000"/>
              <a:gd name="connsiteX108" fmla="*/ 5300681 w 5400000"/>
              <a:gd name="connsiteY108" fmla="*/ 1982927 h 5400000"/>
              <a:gd name="connsiteX109" fmla="*/ 224265 w 5400000"/>
              <a:gd name="connsiteY109" fmla="*/ 1623950 h 5400000"/>
              <a:gd name="connsiteX110" fmla="*/ 177055 w 5400000"/>
              <a:gd name="connsiteY110" fmla="*/ 1745006 h 5400000"/>
              <a:gd name="connsiteX111" fmla="*/ 212180 w 5400000"/>
              <a:gd name="connsiteY111" fmla="*/ 1649038 h 5400000"/>
              <a:gd name="connsiteX112" fmla="*/ 5174475 w 5400000"/>
              <a:gd name="connsiteY112" fmla="*/ 1621334 h 5400000"/>
              <a:gd name="connsiteX113" fmla="*/ 5187821 w 5400000"/>
              <a:gd name="connsiteY113" fmla="*/ 1649038 h 5400000"/>
              <a:gd name="connsiteX114" fmla="*/ 5219810 w 5400000"/>
              <a:gd name="connsiteY114" fmla="*/ 1736441 h 5400000"/>
              <a:gd name="connsiteX115" fmla="*/ 335837 w 5400000"/>
              <a:gd name="connsiteY115" fmla="*/ 1396623 h 5400000"/>
              <a:gd name="connsiteX116" fmla="*/ 284568 w 5400000"/>
              <a:gd name="connsiteY116" fmla="*/ 1498768 h 5400000"/>
              <a:gd name="connsiteX117" fmla="*/ 325876 w 5400000"/>
              <a:gd name="connsiteY117" fmla="*/ 1413020 h 5400000"/>
              <a:gd name="connsiteX118" fmla="*/ 5062347 w 5400000"/>
              <a:gd name="connsiteY118" fmla="*/ 1393633 h 5400000"/>
              <a:gd name="connsiteX119" fmla="*/ 5074125 w 5400000"/>
              <a:gd name="connsiteY119" fmla="*/ 1413020 h 5400000"/>
              <a:gd name="connsiteX120" fmla="*/ 5115379 w 5400000"/>
              <a:gd name="connsiteY120" fmla="*/ 1498659 h 5400000"/>
              <a:gd name="connsiteX121" fmla="*/ 467943 w 5400000"/>
              <a:gd name="connsiteY121" fmla="*/ 1181277 h 5400000"/>
              <a:gd name="connsiteX122" fmla="*/ 418247 w 5400000"/>
              <a:gd name="connsiteY122" fmla="*/ 1260972 h 5400000"/>
              <a:gd name="connsiteX123" fmla="*/ 461118 w 5400000"/>
              <a:gd name="connsiteY123" fmla="*/ 1190404 h 5400000"/>
              <a:gd name="connsiteX124" fmla="*/ 4930004 w 5400000"/>
              <a:gd name="connsiteY124" fmla="*/ 1178531 h 5400000"/>
              <a:gd name="connsiteX125" fmla="*/ 4938883 w 5400000"/>
              <a:gd name="connsiteY125" fmla="*/ 1190404 h 5400000"/>
              <a:gd name="connsiteX126" fmla="*/ 4987191 w 5400000"/>
              <a:gd name="connsiteY126" fmla="*/ 1269922 h 5400000"/>
              <a:gd name="connsiteX127" fmla="*/ 619669 w 5400000"/>
              <a:gd name="connsiteY127" fmla="*/ 979116 h 5400000"/>
              <a:gd name="connsiteX128" fmla="*/ 581581 w 5400000"/>
              <a:gd name="connsiteY128" fmla="*/ 1029312 h 5400000"/>
              <a:gd name="connsiteX129" fmla="*/ 616549 w 5400000"/>
              <a:gd name="connsiteY129" fmla="*/ 982549 h 5400000"/>
              <a:gd name="connsiteX130" fmla="*/ 4778541 w 5400000"/>
              <a:gd name="connsiteY130" fmla="*/ 977146 h 5400000"/>
              <a:gd name="connsiteX131" fmla="*/ 4783452 w 5400000"/>
              <a:gd name="connsiteY131" fmla="*/ 982549 h 5400000"/>
              <a:gd name="connsiteX132" fmla="*/ 4831966 w 5400000"/>
              <a:gd name="connsiteY132" fmla="*/ 1047427 h 5400000"/>
              <a:gd name="connsiteX133" fmla="*/ 4609078 w 5400000"/>
              <a:gd name="connsiteY133" fmla="*/ 790711 h 5400000"/>
              <a:gd name="connsiteX134" fmla="*/ 4609189 w 5400000"/>
              <a:gd name="connsiteY134" fmla="*/ 790812 h 5400000"/>
              <a:gd name="connsiteX135" fmla="*/ 4612635 w 5400000"/>
              <a:gd name="connsiteY135" fmla="*/ 794604 h 5400000"/>
              <a:gd name="connsiteX136" fmla="*/ 796012 w 5400000"/>
              <a:gd name="connsiteY136" fmla="*/ 786086 h 5400000"/>
              <a:gd name="connsiteX137" fmla="*/ 790672 w 5400000"/>
              <a:gd name="connsiteY137" fmla="*/ 790966 h 5400000"/>
              <a:gd name="connsiteX138" fmla="*/ 790812 w 5400000"/>
              <a:gd name="connsiteY138" fmla="*/ 790812 h 5400000"/>
              <a:gd name="connsiteX139" fmla="*/ 4353176 w 5400000"/>
              <a:gd name="connsiteY139" fmla="*/ 568485 h 5400000"/>
              <a:gd name="connsiteX140" fmla="*/ 4417451 w 5400000"/>
              <a:gd name="connsiteY140" fmla="*/ 616549 h 5400000"/>
              <a:gd name="connsiteX141" fmla="*/ 4422638 w 5400000"/>
              <a:gd name="connsiteY141" fmla="*/ 621263 h 5400000"/>
              <a:gd name="connsiteX142" fmla="*/ 1056459 w 5400000"/>
              <a:gd name="connsiteY142" fmla="*/ 561280 h 5400000"/>
              <a:gd name="connsiteX143" fmla="*/ 976224 w 5400000"/>
              <a:gd name="connsiteY143" fmla="*/ 622297 h 5400000"/>
              <a:gd name="connsiteX144" fmla="*/ 982550 w 5400000"/>
              <a:gd name="connsiteY144" fmla="*/ 616549 h 5400000"/>
              <a:gd name="connsiteX145" fmla="*/ 4130071 w 5400000"/>
              <a:gd name="connsiteY145" fmla="*/ 412805 h 5400000"/>
              <a:gd name="connsiteX146" fmla="*/ 4209596 w 5400000"/>
              <a:gd name="connsiteY146" fmla="*/ 461118 h 5400000"/>
              <a:gd name="connsiteX147" fmla="*/ 4221236 w 5400000"/>
              <a:gd name="connsiteY147" fmla="*/ 469822 h 5400000"/>
              <a:gd name="connsiteX148" fmla="*/ 1278222 w 5400000"/>
              <a:gd name="connsiteY148" fmla="*/ 407767 h 5400000"/>
              <a:gd name="connsiteX149" fmla="*/ 1176548 w 5400000"/>
              <a:gd name="connsiteY149" fmla="*/ 471479 h 5400000"/>
              <a:gd name="connsiteX150" fmla="*/ 1190405 w 5400000"/>
              <a:gd name="connsiteY150" fmla="*/ 461118 h 5400000"/>
              <a:gd name="connsiteX151" fmla="*/ 3901167 w 5400000"/>
              <a:gd name="connsiteY151" fmla="*/ 284537 h 5400000"/>
              <a:gd name="connsiteX152" fmla="*/ 3986981 w 5400000"/>
              <a:gd name="connsiteY152" fmla="*/ 325876 h 5400000"/>
              <a:gd name="connsiteX153" fmla="*/ 4006118 w 5400000"/>
              <a:gd name="connsiteY153" fmla="*/ 337502 h 5400000"/>
              <a:gd name="connsiteX154" fmla="*/ 1502967 w 5400000"/>
              <a:gd name="connsiteY154" fmla="*/ 282546 h 5400000"/>
              <a:gd name="connsiteX155" fmla="*/ 1390834 w 5400000"/>
              <a:gd name="connsiteY155" fmla="*/ 339354 h 5400000"/>
              <a:gd name="connsiteX156" fmla="*/ 1413020 w 5400000"/>
              <a:gd name="connsiteY156" fmla="*/ 325876 h 5400000"/>
              <a:gd name="connsiteX157" fmla="*/ 1735154 w 5400000"/>
              <a:gd name="connsiteY157" fmla="*/ 180661 h 5400000"/>
              <a:gd name="connsiteX158" fmla="*/ 1618376 w 5400000"/>
              <a:gd name="connsiteY158" fmla="*/ 226950 h 5400000"/>
              <a:gd name="connsiteX159" fmla="*/ 1649038 w 5400000"/>
              <a:gd name="connsiteY159" fmla="*/ 212179 h 5400000"/>
              <a:gd name="connsiteX160" fmla="*/ 3663331 w 5400000"/>
              <a:gd name="connsiteY160" fmla="*/ 180106 h 5400000"/>
              <a:gd name="connsiteX161" fmla="*/ 3750962 w 5400000"/>
              <a:gd name="connsiteY161" fmla="*/ 212179 h 5400000"/>
              <a:gd name="connsiteX162" fmla="*/ 3778399 w 5400000"/>
              <a:gd name="connsiteY162" fmla="*/ 225396 h 5400000"/>
              <a:gd name="connsiteX163" fmla="*/ 1975993 w 5400000"/>
              <a:gd name="connsiteY163" fmla="*/ 101102 h 5400000"/>
              <a:gd name="connsiteX164" fmla="*/ 1858389 w 5400000"/>
              <a:gd name="connsiteY164" fmla="*/ 135556 h 5400000"/>
              <a:gd name="connsiteX165" fmla="*/ 1897103 w 5400000"/>
              <a:gd name="connsiteY165" fmla="*/ 121387 h 5400000"/>
              <a:gd name="connsiteX166" fmla="*/ 3416829 w 5400000"/>
              <a:gd name="connsiteY166" fmla="*/ 99256 h 5400000"/>
              <a:gd name="connsiteX167" fmla="*/ 3502898 w 5400000"/>
              <a:gd name="connsiteY167" fmla="*/ 121387 h 5400000"/>
              <a:gd name="connsiteX168" fmla="*/ 3539046 w 5400000"/>
              <a:gd name="connsiteY168" fmla="*/ 134617 h 5400000"/>
              <a:gd name="connsiteX169" fmla="*/ 2226146 w 5400000"/>
              <a:gd name="connsiteY169" fmla="*/ 44127 h 5400000"/>
              <a:gd name="connsiteX170" fmla="*/ 2109705 w 5400000"/>
              <a:gd name="connsiteY170" fmla="*/ 66721 h 5400000"/>
              <a:gd name="connsiteX171" fmla="*/ 2155856 w 5400000"/>
              <a:gd name="connsiteY171" fmla="*/ 54855 h 5400000"/>
              <a:gd name="connsiteX172" fmla="*/ 3162647 w 5400000"/>
              <a:gd name="connsiteY172" fmla="*/ 42417 h 5400000"/>
              <a:gd name="connsiteX173" fmla="*/ 3244145 w 5400000"/>
              <a:gd name="connsiteY173" fmla="*/ 54855 h 5400000"/>
              <a:gd name="connsiteX174" fmla="*/ 3288844 w 5400000"/>
              <a:gd name="connsiteY174" fmla="*/ 66348 h 5400000"/>
              <a:gd name="connsiteX175" fmla="*/ 2486208 w 5400000"/>
              <a:gd name="connsiteY175" fmla="*/ 10796 h 5400000"/>
              <a:gd name="connsiteX176" fmla="*/ 2370340 w 5400000"/>
              <a:gd name="connsiteY176" fmla="*/ 22120 h 5400000"/>
              <a:gd name="connsiteX177" fmla="*/ 2423941 w 5400000"/>
              <a:gd name="connsiteY177" fmla="*/ 13940 h 5400000"/>
              <a:gd name="connsiteX178" fmla="*/ 2901935 w 5400000"/>
              <a:gd name="connsiteY178" fmla="*/ 10197 h 5400000"/>
              <a:gd name="connsiteX179" fmla="*/ 2976060 w 5400000"/>
              <a:gd name="connsiteY179" fmla="*/ 13940 h 5400000"/>
              <a:gd name="connsiteX180" fmla="*/ 3028333 w 5400000"/>
              <a:gd name="connsiteY180" fmla="*/ 21918 h 5400000"/>
              <a:gd name="connsiteX181" fmla="*/ 2700000 w 5400000"/>
              <a:gd name="connsiteY181" fmla="*/ 0 h 5400000"/>
              <a:gd name="connsiteX182" fmla="*/ 2757260 w 5400000"/>
              <a:gd name="connsiteY182" fmla="*/ 2892 h 5400000"/>
              <a:gd name="connsiteX183" fmla="*/ 2636816 w 5400000"/>
              <a:gd name="connsiteY183" fmla="*/ 3191 h 54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5400000" h="5400000">
                <a:moveTo>
                  <a:pt x="2638247" y="5396882"/>
                </a:moveTo>
                <a:lnTo>
                  <a:pt x="2746724" y="5397641"/>
                </a:lnTo>
                <a:lnTo>
                  <a:pt x="2700000" y="5400000"/>
                </a:lnTo>
                <a:close/>
                <a:moveTo>
                  <a:pt x="3022298" y="5379004"/>
                </a:moveTo>
                <a:lnTo>
                  <a:pt x="2976060" y="5386060"/>
                </a:lnTo>
                <a:lnTo>
                  <a:pt x="2896981" y="5390054"/>
                </a:lnTo>
                <a:close/>
                <a:moveTo>
                  <a:pt x="2370768" y="5377945"/>
                </a:moveTo>
                <a:lnTo>
                  <a:pt x="2477082" y="5388744"/>
                </a:lnTo>
                <a:lnTo>
                  <a:pt x="2423941" y="5386060"/>
                </a:lnTo>
                <a:close/>
                <a:moveTo>
                  <a:pt x="3286949" y="5334140"/>
                </a:moveTo>
                <a:lnTo>
                  <a:pt x="3244145" y="5345146"/>
                </a:lnTo>
                <a:lnTo>
                  <a:pt x="3148650" y="5359720"/>
                </a:lnTo>
                <a:close/>
                <a:moveTo>
                  <a:pt x="2108046" y="5332853"/>
                </a:moveTo>
                <a:lnTo>
                  <a:pt x="2220491" y="5355010"/>
                </a:lnTo>
                <a:lnTo>
                  <a:pt x="2155856" y="5345146"/>
                </a:lnTo>
                <a:close/>
                <a:moveTo>
                  <a:pt x="3537582" y="5265919"/>
                </a:moveTo>
                <a:lnTo>
                  <a:pt x="3502898" y="5278614"/>
                </a:lnTo>
                <a:lnTo>
                  <a:pt x="3403158" y="5304259"/>
                </a:lnTo>
                <a:close/>
                <a:moveTo>
                  <a:pt x="1855535" y="5263399"/>
                </a:moveTo>
                <a:lnTo>
                  <a:pt x="1974713" y="5298569"/>
                </a:lnTo>
                <a:lnTo>
                  <a:pt x="1897103" y="5278614"/>
                </a:lnTo>
                <a:close/>
                <a:moveTo>
                  <a:pt x="3776327" y="5175602"/>
                </a:moveTo>
                <a:lnTo>
                  <a:pt x="3750962" y="5187821"/>
                </a:lnTo>
                <a:lnTo>
                  <a:pt x="3655254" y="5222851"/>
                </a:lnTo>
                <a:close/>
                <a:moveTo>
                  <a:pt x="1615536" y="5171682"/>
                </a:moveTo>
                <a:lnTo>
                  <a:pt x="1737988" y="5220377"/>
                </a:lnTo>
                <a:lnTo>
                  <a:pt x="1649038" y="5187821"/>
                </a:lnTo>
                <a:close/>
                <a:moveTo>
                  <a:pt x="4003631" y="5064010"/>
                </a:moveTo>
                <a:lnTo>
                  <a:pt x="3986981" y="5074125"/>
                </a:lnTo>
                <a:lnTo>
                  <a:pt x="3901336" y="5115382"/>
                </a:lnTo>
                <a:close/>
                <a:moveTo>
                  <a:pt x="1388855" y="5059444"/>
                </a:moveTo>
                <a:lnTo>
                  <a:pt x="1508481" y="5120111"/>
                </a:lnTo>
                <a:lnTo>
                  <a:pt x="1413020" y="5074125"/>
                </a:lnTo>
                <a:close/>
                <a:moveTo>
                  <a:pt x="4218957" y="4931883"/>
                </a:moveTo>
                <a:lnTo>
                  <a:pt x="4209596" y="4938883"/>
                </a:lnTo>
                <a:lnTo>
                  <a:pt x="4138784" y="4981902"/>
                </a:lnTo>
                <a:close/>
                <a:moveTo>
                  <a:pt x="1175738" y="4927915"/>
                </a:moveTo>
                <a:lnTo>
                  <a:pt x="1283564" y="4995478"/>
                </a:lnTo>
                <a:lnTo>
                  <a:pt x="1190405" y="4938883"/>
                </a:lnTo>
                <a:close/>
                <a:moveTo>
                  <a:pt x="4421102" y="4780133"/>
                </a:moveTo>
                <a:lnTo>
                  <a:pt x="4417451" y="4783452"/>
                </a:lnTo>
                <a:lnTo>
                  <a:pt x="4369394" y="4819388"/>
                </a:lnTo>
                <a:close/>
                <a:moveTo>
                  <a:pt x="976400" y="4777863"/>
                </a:moveTo>
                <a:lnTo>
                  <a:pt x="1056171" y="4838504"/>
                </a:lnTo>
                <a:lnTo>
                  <a:pt x="982550" y="4783452"/>
                </a:lnTo>
                <a:close/>
                <a:moveTo>
                  <a:pt x="599517" y="4394675"/>
                </a:moveTo>
                <a:lnTo>
                  <a:pt x="617815" y="4418844"/>
                </a:lnTo>
                <a:lnTo>
                  <a:pt x="616549" y="4417451"/>
                </a:lnTo>
                <a:close/>
                <a:moveTo>
                  <a:pt x="4838518" y="4343812"/>
                </a:moveTo>
                <a:lnTo>
                  <a:pt x="4783452" y="4417451"/>
                </a:lnTo>
                <a:lnTo>
                  <a:pt x="4777898" y="4423562"/>
                </a:lnTo>
                <a:close/>
                <a:moveTo>
                  <a:pt x="421561" y="4144483"/>
                </a:moveTo>
                <a:lnTo>
                  <a:pt x="466234" y="4216438"/>
                </a:lnTo>
                <a:lnTo>
                  <a:pt x="461118" y="4209596"/>
                </a:lnTo>
                <a:close/>
                <a:moveTo>
                  <a:pt x="4992355" y="4121577"/>
                </a:moveTo>
                <a:lnTo>
                  <a:pt x="4938883" y="4209596"/>
                </a:lnTo>
                <a:lnTo>
                  <a:pt x="4928695" y="4223220"/>
                </a:lnTo>
                <a:close/>
                <a:moveTo>
                  <a:pt x="5117587" y="3896759"/>
                </a:moveTo>
                <a:lnTo>
                  <a:pt x="5074125" y="3986981"/>
                </a:lnTo>
                <a:lnTo>
                  <a:pt x="5060796" y="4008920"/>
                </a:lnTo>
                <a:close/>
                <a:moveTo>
                  <a:pt x="280218" y="3892202"/>
                </a:moveTo>
                <a:lnTo>
                  <a:pt x="334607" y="4001354"/>
                </a:lnTo>
                <a:lnTo>
                  <a:pt x="325876" y="3986981"/>
                </a:lnTo>
                <a:close/>
                <a:moveTo>
                  <a:pt x="5219438" y="3664576"/>
                </a:moveTo>
                <a:lnTo>
                  <a:pt x="5187821" y="3750962"/>
                </a:lnTo>
                <a:lnTo>
                  <a:pt x="5173176" y="3781363"/>
                </a:lnTo>
                <a:close/>
                <a:moveTo>
                  <a:pt x="170229" y="3636344"/>
                </a:moveTo>
                <a:lnTo>
                  <a:pt x="223449" y="3774355"/>
                </a:lnTo>
                <a:lnTo>
                  <a:pt x="212180" y="3750962"/>
                </a:lnTo>
                <a:close/>
                <a:moveTo>
                  <a:pt x="5298963" y="3423756"/>
                </a:moveTo>
                <a:lnTo>
                  <a:pt x="5278613" y="3502898"/>
                </a:lnTo>
                <a:lnTo>
                  <a:pt x="5264543" y="3541340"/>
                </a:lnTo>
                <a:close/>
                <a:moveTo>
                  <a:pt x="90635" y="3383298"/>
                </a:moveTo>
                <a:lnTo>
                  <a:pt x="133095" y="3534886"/>
                </a:lnTo>
                <a:lnTo>
                  <a:pt x="121387" y="3502898"/>
                </a:lnTo>
                <a:close/>
                <a:moveTo>
                  <a:pt x="5355910" y="3173616"/>
                </a:moveTo>
                <a:lnTo>
                  <a:pt x="5345146" y="3244144"/>
                </a:lnTo>
                <a:lnTo>
                  <a:pt x="5333350" y="3290020"/>
                </a:lnTo>
                <a:close/>
                <a:moveTo>
                  <a:pt x="5389217" y="2913547"/>
                </a:moveTo>
                <a:lnTo>
                  <a:pt x="5386060" y="2976060"/>
                </a:lnTo>
                <a:lnTo>
                  <a:pt x="5377921" y="3029391"/>
                </a:lnTo>
                <a:close/>
                <a:moveTo>
                  <a:pt x="5397094" y="2642458"/>
                </a:moveTo>
                <a:lnTo>
                  <a:pt x="5400000" y="2700000"/>
                </a:lnTo>
                <a:lnTo>
                  <a:pt x="5396822" y="2762929"/>
                </a:lnTo>
                <a:close/>
                <a:moveTo>
                  <a:pt x="5378035" y="2371359"/>
                </a:moveTo>
                <a:lnTo>
                  <a:pt x="5386060" y="2423941"/>
                </a:lnTo>
                <a:lnTo>
                  <a:pt x="5389791" y="2497824"/>
                </a:lnTo>
                <a:close/>
                <a:moveTo>
                  <a:pt x="27294" y="2336440"/>
                </a:moveTo>
                <a:lnTo>
                  <a:pt x="1363647" y="2518220"/>
                </a:lnTo>
                <a:lnTo>
                  <a:pt x="1356970" y="2561971"/>
                </a:lnTo>
                <a:cubicBezTo>
                  <a:pt x="1352361" y="2607354"/>
                  <a:pt x="1350000" y="2653401"/>
                  <a:pt x="1350000" y="2700000"/>
                </a:cubicBezTo>
                <a:cubicBezTo>
                  <a:pt x="1350000" y="2793198"/>
                  <a:pt x="1359444" y="2884190"/>
                  <a:pt x="1377428" y="2972072"/>
                </a:cubicBezTo>
                <a:lnTo>
                  <a:pt x="1385078" y="3001824"/>
                </a:lnTo>
                <a:lnTo>
                  <a:pt x="70155" y="3303648"/>
                </a:lnTo>
                <a:lnTo>
                  <a:pt x="54855" y="3244144"/>
                </a:lnTo>
                <a:cubicBezTo>
                  <a:pt x="18888" y="3068381"/>
                  <a:pt x="0" y="2886396"/>
                  <a:pt x="0" y="2700000"/>
                </a:cubicBezTo>
                <a:cubicBezTo>
                  <a:pt x="0" y="2606802"/>
                  <a:pt x="4722" y="2514707"/>
                  <a:pt x="13940" y="2423941"/>
                </a:cubicBezTo>
                <a:close/>
                <a:moveTo>
                  <a:pt x="65781" y="2113363"/>
                </a:moveTo>
                <a:lnTo>
                  <a:pt x="40234" y="2251654"/>
                </a:lnTo>
                <a:lnTo>
                  <a:pt x="54855" y="2155856"/>
                </a:lnTo>
                <a:close/>
                <a:moveTo>
                  <a:pt x="5333575" y="2110855"/>
                </a:moveTo>
                <a:lnTo>
                  <a:pt x="5345146" y="2155856"/>
                </a:lnTo>
                <a:lnTo>
                  <a:pt x="5357546" y="2237109"/>
                </a:lnTo>
                <a:close/>
                <a:moveTo>
                  <a:pt x="133973" y="1862715"/>
                </a:moveTo>
                <a:lnTo>
                  <a:pt x="95660" y="1997158"/>
                </a:lnTo>
                <a:lnTo>
                  <a:pt x="121387" y="1897103"/>
                </a:lnTo>
                <a:close/>
                <a:moveTo>
                  <a:pt x="5265278" y="1860667"/>
                </a:moveTo>
                <a:lnTo>
                  <a:pt x="5278613" y="1897103"/>
                </a:lnTo>
                <a:lnTo>
                  <a:pt x="5300681" y="1982927"/>
                </a:lnTo>
                <a:close/>
                <a:moveTo>
                  <a:pt x="224265" y="1623950"/>
                </a:moveTo>
                <a:lnTo>
                  <a:pt x="177055" y="1745006"/>
                </a:lnTo>
                <a:lnTo>
                  <a:pt x="212180" y="1649038"/>
                </a:lnTo>
                <a:close/>
                <a:moveTo>
                  <a:pt x="5174475" y="1621334"/>
                </a:moveTo>
                <a:lnTo>
                  <a:pt x="5187821" y="1649038"/>
                </a:lnTo>
                <a:lnTo>
                  <a:pt x="5219810" y="1736441"/>
                </a:lnTo>
                <a:close/>
                <a:moveTo>
                  <a:pt x="335837" y="1396623"/>
                </a:moveTo>
                <a:lnTo>
                  <a:pt x="284568" y="1498768"/>
                </a:lnTo>
                <a:lnTo>
                  <a:pt x="325876" y="1413020"/>
                </a:lnTo>
                <a:close/>
                <a:moveTo>
                  <a:pt x="5062347" y="1393633"/>
                </a:moveTo>
                <a:lnTo>
                  <a:pt x="5074125" y="1413020"/>
                </a:lnTo>
                <a:lnTo>
                  <a:pt x="5115379" y="1498659"/>
                </a:lnTo>
                <a:close/>
                <a:moveTo>
                  <a:pt x="467943" y="1181277"/>
                </a:moveTo>
                <a:lnTo>
                  <a:pt x="418247" y="1260972"/>
                </a:lnTo>
                <a:lnTo>
                  <a:pt x="461118" y="1190404"/>
                </a:lnTo>
                <a:close/>
                <a:moveTo>
                  <a:pt x="4930004" y="1178531"/>
                </a:moveTo>
                <a:lnTo>
                  <a:pt x="4938883" y="1190404"/>
                </a:lnTo>
                <a:lnTo>
                  <a:pt x="4987191" y="1269922"/>
                </a:lnTo>
                <a:close/>
                <a:moveTo>
                  <a:pt x="619669" y="979116"/>
                </a:moveTo>
                <a:lnTo>
                  <a:pt x="581581" y="1029312"/>
                </a:lnTo>
                <a:lnTo>
                  <a:pt x="616549" y="982549"/>
                </a:lnTo>
                <a:close/>
                <a:moveTo>
                  <a:pt x="4778541" y="977146"/>
                </a:moveTo>
                <a:lnTo>
                  <a:pt x="4783452" y="982549"/>
                </a:lnTo>
                <a:lnTo>
                  <a:pt x="4831966" y="1047427"/>
                </a:lnTo>
                <a:close/>
                <a:moveTo>
                  <a:pt x="4609078" y="790711"/>
                </a:moveTo>
                <a:lnTo>
                  <a:pt x="4609189" y="790812"/>
                </a:lnTo>
                <a:lnTo>
                  <a:pt x="4612635" y="794604"/>
                </a:lnTo>
                <a:close/>
                <a:moveTo>
                  <a:pt x="796012" y="786086"/>
                </a:moveTo>
                <a:lnTo>
                  <a:pt x="790672" y="790966"/>
                </a:lnTo>
                <a:lnTo>
                  <a:pt x="790812" y="790812"/>
                </a:lnTo>
                <a:close/>
                <a:moveTo>
                  <a:pt x="4353176" y="568485"/>
                </a:moveTo>
                <a:lnTo>
                  <a:pt x="4417451" y="616549"/>
                </a:lnTo>
                <a:lnTo>
                  <a:pt x="4422638" y="621263"/>
                </a:lnTo>
                <a:close/>
                <a:moveTo>
                  <a:pt x="1056459" y="561280"/>
                </a:moveTo>
                <a:lnTo>
                  <a:pt x="976224" y="622297"/>
                </a:lnTo>
                <a:lnTo>
                  <a:pt x="982550" y="616549"/>
                </a:lnTo>
                <a:close/>
                <a:moveTo>
                  <a:pt x="4130071" y="412805"/>
                </a:moveTo>
                <a:lnTo>
                  <a:pt x="4209596" y="461118"/>
                </a:lnTo>
                <a:lnTo>
                  <a:pt x="4221236" y="469822"/>
                </a:lnTo>
                <a:close/>
                <a:moveTo>
                  <a:pt x="1278222" y="407767"/>
                </a:moveTo>
                <a:lnTo>
                  <a:pt x="1176548" y="471479"/>
                </a:lnTo>
                <a:lnTo>
                  <a:pt x="1190405" y="461118"/>
                </a:lnTo>
                <a:close/>
                <a:moveTo>
                  <a:pt x="3901167" y="284537"/>
                </a:moveTo>
                <a:lnTo>
                  <a:pt x="3986981" y="325876"/>
                </a:lnTo>
                <a:lnTo>
                  <a:pt x="4006118" y="337502"/>
                </a:lnTo>
                <a:close/>
                <a:moveTo>
                  <a:pt x="1502967" y="282546"/>
                </a:moveTo>
                <a:lnTo>
                  <a:pt x="1390834" y="339354"/>
                </a:lnTo>
                <a:lnTo>
                  <a:pt x="1413020" y="325876"/>
                </a:lnTo>
                <a:close/>
                <a:moveTo>
                  <a:pt x="1735154" y="180661"/>
                </a:moveTo>
                <a:lnTo>
                  <a:pt x="1618376" y="226950"/>
                </a:lnTo>
                <a:lnTo>
                  <a:pt x="1649038" y="212179"/>
                </a:lnTo>
                <a:close/>
                <a:moveTo>
                  <a:pt x="3663331" y="180106"/>
                </a:moveTo>
                <a:lnTo>
                  <a:pt x="3750962" y="212179"/>
                </a:lnTo>
                <a:lnTo>
                  <a:pt x="3778399" y="225396"/>
                </a:lnTo>
                <a:close/>
                <a:moveTo>
                  <a:pt x="1975993" y="101102"/>
                </a:moveTo>
                <a:lnTo>
                  <a:pt x="1858389" y="135556"/>
                </a:lnTo>
                <a:lnTo>
                  <a:pt x="1897103" y="121387"/>
                </a:lnTo>
                <a:close/>
                <a:moveTo>
                  <a:pt x="3416829" y="99256"/>
                </a:moveTo>
                <a:lnTo>
                  <a:pt x="3502898" y="121387"/>
                </a:lnTo>
                <a:lnTo>
                  <a:pt x="3539046" y="134617"/>
                </a:lnTo>
                <a:close/>
                <a:moveTo>
                  <a:pt x="2226146" y="44127"/>
                </a:moveTo>
                <a:lnTo>
                  <a:pt x="2109705" y="66721"/>
                </a:lnTo>
                <a:lnTo>
                  <a:pt x="2155856" y="54855"/>
                </a:lnTo>
                <a:close/>
                <a:moveTo>
                  <a:pt x="3162647" y="42417"/>
                </a:moveTo>
                <a:lnTo>
                  <a:pt x="3244145" y="54855"/>
                </a:lnTo>
                <a:lnTo>
                  <a:pt x="3288844" y="66348"/>
                </a:lnTo>
                <a:close/>
                <a:moveTo>
                  <a:pt x="2486208" y="10796"/>
                </a:moveTo>
                <a:lnTo>
                  <a:pt x="2370340" y="22120"/>
                </a:lnTo>
                <a:lnTo>
                  <a:pt x="2423941" y="13940"/>
                </a:lnTo>
                <a:close/>
                <a:moveTo>
                  <a:pt x="2901935" y="10197"/>
                </a:moveTo>
                <a:lnTo>
                  <a:pt x="2976060" y="13940"/>
                </a:lnTo>
                <a:lnTo>
                  <a:pt x="3028333" y="21918"/>
                </a:lnTo>
                <a:close/>
                <a:moveTo>
                  <a:pt x="2700000" y="0"/>
                </a:moveTo>
                <a:lnTo>
                  <a:pt x="2757260" y="2892"/>
                </a:lnTo>
                <a:lnTo>
                  <a:pt x="2636816" y="3191"/>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sp>
        <p:nvSpPr>
          <p:cNvPr id="25" name="Freeform: Shape 24">
            <a:extLst>
              <a:ext uri="{FF2B5EF4-FFF2-40B4-BE49-F238E27FC236}">
                <a16:creationId xmlns:a16="http://schemas.microsoft.com/office/drawing/2014/main" id="{4CCF19D0-734D-8DBA-5176-186302AE3FC3}"/>
              </a:ext>
            </a:extLst>
          </p:cNvPr>
          <p:cNvSpPr/>
          <p:nvPr/>
        </p:nvSpPr>
        <p:spPr>
          <a:xfrm>
            <a:off x="3396000" y="729000"/>
            <a:ext cx="5400000" cy="5400000"/>
          </a:xfrm>
          <a:custGeom>
            <a:avLst/>
            <a:gdLst>
              <a:gd name="connsiteX0" fmla="*/ 2691453 w 5400000"/>
              <a:gd name="connsiteY0" fmla="*/ 5399569 h 5400000"/>
              <a:gd name="connsiteX1" fmla="*/ 2700735 w 5400000"/>
              <a:gd name="connsiteY1" fmla="*/ 5399963 h 5400000"/>
              <a:gd name="connsiteX2" fmla="*/ 2700000 w 5400000"/>
              <a:gd name="connsiteY2" fmla="*/ 5400000 h 5400000"/>
              <a:gd name="connsiteX3" fmla="*/ 3045765 w 5400000"/>
              <a:gd name="connsiteY3" fmla="*/ 5375422 h 5400000"/>
              <a:gd name="connsiteX4" fmla="*/ 2976060 w 5400000"/>
              <a:gd name="connsiteY4" fmla="*/ 5386060 h 5400000"/>
              <a:gd name="connsiteX5" fmla="*/ 2956712 w 5400000"/>
              <a:gd name="connsiteY5" fmla="*/ 5387037 h 5400000"/>
              <a:gd name="connsiteX6" fmla="*/ 2354149 w 5400000"/>
              <a:gd name="connsiteY6" fmla="*/ 5375409 h 5400000"/>
              <a:gd name="connsiteX7" fmla="*/ 2444663 w 5400000"/>
              <a:gd name="connsiteY7" fmla="*/ 5387107 h 5400000"/>
              <a:gd name="connsiteX8" fmla="*/ 2423941 w 5400000"/>
              <a:gd name="connsiteY8" fmla="*/ 5386060 h 5400000"/>
              <a:gd name="connsiteX9" fmla="*/ 2090518 w 5400000"/>
              <a:gd name="connsiteY9" fmla="*/ 5328346 h 5400000"/>
              <a:gd name="connsiteX10" fmla="*/ 2196109 w 5400000"/>
              <a:gd name="connsiteY10" fmla="*/ 5351289 h 5400000"/>
              <a:gd name="connsiteX11" fmla="*/ 2155856 w 5400000"/>
              <a:gd name="connsiteY11" fmla="*/ 5345146 h 5400000"/>
              <a:gd name="connsiteX12" fmla="*/ 3310594 w 5400000"/>
              <a:gd name="connsiteY12" fmla="*/ 5328060 h 5400000"/>
              <a:gd name="connsiteX13" fmla="*/ 3244144 w 5400000"/>
              <a:gd name="connsiteY13" fmla="*/ 5345146 h 5400000"/>
              <a:gd name="connsiteX14" fmla="*/ 3205209 w 5400000"/>
              <a:gd name="connsiteY14" fmla="*/ 5351088 h 5400000"/>
              <a:gd name="connsiteX15" fmla="*/ 1846525 w 5400000"/>
              <a:gd name="connsiteY15" fmla="*/ 5260102 h 5400000"/>
              <a:gd name="connsiteX16" fmla="*/ 1954966 w 5400000"/>
              <a:gd name="connsiteY16" fmla="*/ 5293492 h 5400000"/>
              <a:gd name="connsiteX17" fmla="*/ 1897103 w 5400000"/>
              <a:gd name="connsiteY17" fmla="*/ 5278614 h 5400000"/>
              <a:gd name="connsiteX18" fmla="*/ 3554782 w 5400000"/>
              <a:gd name="connsiteY18" fmla="*/ 5259624 h 5400000"/>
              <a:gd name="connsiteX19" fmla="*/ 3502898 w 5400000"/>
              <a:gd name="connsiteY19" fmla="*/ 5278614 h 5400000"/>
              <a:gd name="connsiteX20" fmla="*/ 3446284 w 5400000"/>
              <a:gd name="connsiteY20" fmla="*/ 5293171 h 5400000"/>
              <a:gd name="connsiteX21" fmla="*/ 1616056 w 5400000"/>
              <a:gd name="connsiteY21" fmla="*/ 5171932 h 5400000"/>
              <a:gd name="connsiteX22" fmla="*/ 1720403 w 5400000"/>
              <a:gd name="connsiteY22" fmla="*/ 5213941 h 5400000"/>
              <a:gd name="connsiteX23" fmla="*/ 1649038 w 5400000"/>
              <a:gd name="connsiteY23" fmla="*/ 5187821 h 5400000"/>
              <a:gd name="connsiteX24" fmla="*/ 3785255 w 5400000"/>
              <a:gd name="connsiteY24" fmla="*/ 5171301 h 5400000"/>
              <a:gd name="connsiteX25" fmla="*/ 3750962 w 5400000"/>
              <a:gd name="connsiteY25" fmla="*/ 5187821 h 5400000"/>
              <a:gd name="connsiteX26" fmla="*/ 3680664 w 5400000"/>
              <a:gd name="connsiteY26" fmla="*/ 5213550 h 5400000"/>
              <a:gd name="connsiteX27" fmla="*/ 1397725 w 5400000"/>
              <a:gd name="connsiteY27" fmla="*/ 5064833 h 5400000"/>
              <a:gd name="connsiteX28" fmla="*/ 1487662 w 5400000"/>
              <a:gd name="connsiteY28" fmla="*/ 5110082 h 5400000"/>
              <a:gd name="connsiteX29" fmla="*/ 1413020 w 5400000"/>
              <a:gd name="connsiteY29" fmla="*/ 5074125 h 5400000"/>
              <a:gd name="connsiteX30" fmla="*/ 4003535 w 5400000"/>
              <a:gd name="connsiteY30" fmla="*/ 5064068 h 5400000"/>
              <a:gd name="connsiteX31" fmla="*/ 3986981 w 5400000"/>
              <a:gd name="connsiteY31" fmla="*/ 5074125 h 5400000"/>
              <a:gd name="connsiteX32" fmla="*/ 3912455 w 5400000"/>
              <a:gd name="connsiteY32" fmla="*/ 5110026 h 5400000"/>
              <a:gd name="connsiteX33" fmla="*/ 4248909 w 5400000"/>
              <a:gd name="connsiteY33" fmla="*/ 4909485 h 5400000"/>
              <a:gd name="connsiteX34" fmla="*/ 4209596 w 5400000"/>
              <a:gd name="connsiteY34" fmla="*/ 4938883 h 5400000"/>
              <a:gd name="connsiteX35" fmla="*/ 4204809 w 5400000"/>
              <a:gd name="connsiteY35" fmla="*/ 4941791 h 5400000"/>
              <a:gd name="connsiteX36" fmla="*/ 4205138 w 5400000"/>
              <a:gd name="connsiteY36" fmla="*/ 4941589 h 5400000"/>
              <a:gd name="connsiteX37" fmla="*/ 1146004 w 5400000"/>
              <a:gd name="connsiteY37" fmla="*/ 4905680 h 5400000"/>
              <a:gd name="connsiteX38" fmla="*/ 1196176 w 5400000"/>
              <a:gd name="connsiteY38" fmla="*/ 4942389 h 5400000"/>
              <a:gd name="connsiteX39" fmla="*/ 1190405 w 5400000"/>
              <a:gd name="connsiteY39" fmla="*/ 4938883 h 5400000"/>
              <a:gd name="connsiteX40" fmla="*/ 4465921 w 5400000"/>
              <a:gd name="connsiteY40" fmla="*/ 4739399 h 5400000"/>
              <a:gd name="connsiteX41" fmla="*/ 4417451 w 5400000"/>
              <a:gd name="connsiteY41" fmla="*/ 4783452 h 5400000"/>
              <a:gd name="connsiteX42" fmla="*/ 4401417 w 5400000"/>
              <a:gd name="connsiteY42" fmla="*/ 4795441 h 5400000"/>
              <a:gd name="connsiteX43" fmla="*/ 933962 w 5400000"/>
              <a:gd name="connsiteY43" fmla="*/ 4739292 h 5400000"/>
              <a:gd name="connsiteX44" fmla="*/ 999740 w 5400000"/>
              <a:gd name="connsiteY44" fmla="*/ 4796306 h 5400000"/>
              <a:gd name="connsiteX45" fmla="*/ 982550 w 5400000"/>
              <a:gd name="connsiteY45" fmla="*/ 4783452 h 5400000"/>
              <a:gd name="connsiteX46" fmla="*/ 752409 w 5400000"/>
              <a:gd name="connsiteY46" fmla="*/ 4566935 h 5400000"/>
              <a:gd name="connsiteX47" fmla="*/ 816833 w 5400000"/>
              <a:gd name="connsiteY47" fmla="*/ 4632839 h 5400000"/>
              <a:gd name="connsiteX48" fmla="*/ 790812 w 5400000"/>
              <a:gd name="connsiteY48" fmla="*/ 4609189 h 5400000"/>
              <a:gd name="connsiteX49" fmla="*/ 4648141 w 5400000"/>
              <a:gd name="connsiteY49" fmla="*/ 4566331 h 5400000"/>
              <a:gd name="connsiteX50" fmla="*/ 4609189 w 5400000"/>
              <a:gd name="connsiteY50" fmla="*/ 4609189 h 5400000"/>
              <a:gd name="connsiteX51" fmla="*/ 4584144 w 5400000"/>
              <a:gd name="connsiteY51" fmla="*/ 4631951 h 5400000"/>
              <a:gd name="connsiteX52" fmla="*/ 589111 w 5400000"/>
              <a:gd name="connsiteY52" fmla="*/ 4380758 h 5400000"/>
              <a:gd name="connsiteX53" fmla="*/ 649013 w 5400000"/>
              <a:gd name="connsiteY53" fmla="*/ 4453171 h 5400000"/>
              <a:gd name="connsiteX54" fmla="*/ 616549 w 5400000"/>
              <a:gd name="connsiteY54" fmla="*/ 4417451 h 5400000"/>
              <a:gd name="connsiteX55" fmla="*/ 4811604 w 5400000"/>
              <a:gd name="connsiteY55" fmla="*/ 4379804 h 5400000"/>
              <a:gd name="connsiteX56" fmla="*/ 4783452 w 5400000"/>
              <a:gd name="connsiteY56" fmla="*/ 4417451 h 5400000"/>
              <a:gd name="connsiteX57" fmla="*/ 4751739 w 5400000"/>
              <a:gd name="connsiteY57" fmla="*/ 4452344 h 5400000"/>
              <a:gd name="connsiteX58" fmla="*/ 443451 w 5400000"/>
              <a:gd name="connsiteY58" fmla="*/ 4180516 h 5400000"/>
              <a:gd name="connsiteX59" fmla="*/ 497752 w 5400000"/>
              <a:gd name="connsiteY59" fmla="*/ 4258586 h 5400000"/>
              <a:gd name="connsiteX60" fmla="*/ 461118 w 5400000"/>
              <a:gd name="connsiteY60" fmla="*/ 4209596 h 5400000"/>
              <a:gd name="connsiteX61" fmla="*/ 4957266 w 5400000"/>
              <a:gd name="connsiteY61" fmla="*/ 4179336 h 5400000"/>
              <a:gd name="connsiteX62" fmla="*/ 4938883 w 5400000"/>
              <a:gd name="connsiteY62" fmla="*/ 4209596 h 5400000"/>
              <a:gd name="connsiteX63" fmla="*/ 4902720 w 5400000"/>
              <a:gd name="connsiteY63" fmla="*/ 4257956 h 5400000"/>
              <a:gd name="connsiteX64" fmla="*/ 316367 w 5400000"/>
              <a:gd name="connsiteY64" fmla="*/ 3967242 h 5400000"/>
              <a:gd name="connsiteX65" fmla="*/ 364092 w 5400000"/>
              <a:gd name="connsiteY65" fmla="*/ 4049887 h 5400000"/>
              <a:gd name="connsiteX66" fmla="*/ 325876 w 5400000"/>
              <a:gd name="connsiteY66" fmla="*/ 3986981 h 5400000"/>
              <a:gd name="connsiteX67" fmla="*/ 5084276 w 5400000"/>
              <a:gd name="connsiteY67" fmla="*/ 3965907 h 5400000"/>
              <a:gd name="connsiteX68" fmla="*/ 5074125 w 5400000"/>
              <a:gd name="connsiteY68" fmla="*/ 3986981 h 5400000"/>
              <a:gd name="connsiteX69" fmla="*/ 5035976 w 5400000"/>
              <a:gd name="connsiteY69" fmla="*/ 4049774 h 5400000"/>
              <a:gd name="connsiteX70" fmla="*/ 5191442 w 5400000"/>
              <a:gd name="connsiteY70" fmla="*/ 3741068 h 5400000"/>
              <a:gd name="connsiteX71" fmla="*/ 5187821 w 5400000"/>
              <a:gd name="connsiteY71" fmla="*/ 3750962 h 5400000"/>
              <a:gd name="connsiteX72" fmla="*/ 5152186 w 5400000"/>
              <a:gd name="connsiteY72" fmla="*/ 3824934 h 5400000"/>
              <a:gd name="connsiteX73" fmla="*/ 193047 w 5400000"/>
              <a:gd name="connsiteY73" fmla="*/ 3698689 h 5400000"/>
              <a:gd name="connsiteX74" fmla="*/ 209702 w 5400000"/>
              <a:gd name="connsiteY74" fmla="*/ 3743822 h 5400000"/>
              <a:gd name="connsiteX75" fmla="*/ 246681 w 5400000"/>
              <a:gd name="connsiteY75" fmla="*/ 3822582 h 5400000"/>
              <a:gd name="connsiteX76" fmla="*/ 212180 w 5400000"/>
              <a:gd name="connsiteY76" fmla="*/ 3750962 h 5400000"/>
              <a:gd name="connsiteX77" fmla="*/ 95728 w 5400000"/>
              <a:gd name="connsiteY77" fmla="*/ 3403106 h 5400000"/>
              <a:gd name="connsiteX78" fmla="*/ 128105 w 5400000"/>
              <a:gd name="connsiteY78" fmla="*/ 3521252 h 5400000"/>
              <a:gd name="connsiteX79" fmla="*/ 121387 w 5400000"/>
              <a:gd name="connsiteY79" fmla="*/ 3502898 h 5400000"/>
              <a:gd name="connsiteX80" fmla="*/ 5304446 w 5400000"/>
              <a:gd name="connsiteY80" fmla="*/ 3402431 h 5400000"/>
              <a:gd name="connsiteX81" fmla="*/ 5278613 w 5400000"/>
              <a:gd name="connsiteY81" fmla="*/ 3502898 h 5400000"/>
              <a:gd name="connsiteX82" fmla="*/ 5272439 w 5400000"/>
              <a:gd name="connsiteY82" fmla="*/ 3519767 h 5400000"/>
              <a:gd name="connsiteX83" fmla="*/ 42682 w 5400000"/>
              <a:gd name="connsiteY83" fmla="*/ 3164386 h 5400000"/>
              <a:gd name="connsiteX84" fmla="*/ 63399 w 5400000"/>
              <a:gd name="connsiteY84" fmla="*/ 3277376 h 5400000"/>
              <a:gd name="connsiteX85" fmla="*/ 54855 w 5400000"/>
              <a:gd name="connsiteY85" fmla="*/ 3244144 h 5400000"/>
              <a:gd name="connsiteX86" fmla="*/ 11162 w 5400000"/>
              <a:gd name="connsiteY86" fmla="*/ 2921045 h 5400000"/>
              <a:gd name="connsiteX87" fmla="*/ 20578 w 5400000"/>
              <a:gd name="connsiteY87" fmla="*/ 3019552 h 5400000"/>
              <a:gd name="connsiteX88" fmla="*/ 13940 w 5400000"/>
              <a:gd name="connsiteY88" fmla="*/ 2976059 h 5400000"/>
              <a:gd name="connsiteX89" fmla="*/ 1709 w 5400000"/>
              <a:gd name="connsiteY89" fmla="*/ 2666160 h 5400000"/>
              <a:gd name="connsiteX90" fmla="*/ 2538 w 5400000"/>
              <a:gd name="connsiteY90" fmla="*/ 2750264 h 5400000"/>
              <a:gd name="connsiteX91" fmla="*/ 0 w 5400000"/>
              <a:gd name="connsiteY91" fmla="*/ 2700000 h 5400000"/>
              <a:gd name="connsiteX92" fmla="*/ 16475 w 5400000"/>
              <a:gd name="connsiteY92" fmla="*/ 2407333 h 5400000"/>
              <a:gd name="connsiteX93" fmla="*/ 11286 w 5400000"/>
              <a:gd name="connsiteY93" fmla="*/ 2476505 h 5400000"/>
              <a:gd name="connsiteX94" fmla="*/ 13940 w 5400000"/>
              <a:gd name="connsiteY94" fmla="*/ 2423941 h 5400000"/>
              <a:gd name="connsiteX95" fmla="*/ 71085 w 5400000"/>
              <a:gd name="connsiteY95" fmla="*/ 2092732 h 5400000"/>
              <a:gd name="connsiteX96" fmla="*/ 53841 w 5400000"/>
              <a:gd name="connsiteY96" fmla="*/ 2162500 h 5400000"/>
              <a:gd name="connsiteX97" fmla="*/ 54855 w 5400000"/>
              <a:gd name="connsiteY97" fmla="*/ 2155856 h 5400000"/>
              <a:gd name="connsiteX98" fmla="*/ 151309 w 5400000"/>
              <a:gd name="connsiteY98" fmla="*/ 1815350 h 5400000"/>
              <a:gd name="connsiteX99" fmla="*/ 113828 w 5400000"/>
              <a:gd name="connsiteY99" fmla="*/ 1926502 h 5400000"/>
              <a:gd name="connsiteX100" fmla="*/ 121387 w 5400000"/>
              <a:gd name="connsiteY100" fmla="*/ 1897103 h 5400000"/>
              <a:gd name="connsiteX101" fmla="*/ 242875 w 5400000"/>
              <a:gd name="connsiteY101" fmla="*/ 1585318 h 5400000"/>
              <a:gd name="connsiteX102" fmla="*/ 194643 w 5400000"/>
              <a:gd name="connsiteY102" fmla="*/ 1696951 h 5400000"/>
              <a:gd name="connsiteX103" fmla="*/ 212180 w 5400000"/>
              <a:gd name="connsiteY103" fmla="*/ 1649038 h 5400000"/>
              <a:gd name="connsiteX104" fmla="*/ 351628 w 5400000"/>
              <a:gd name="connsiteY104" fmla="*/ 1370631 h 5400000"/>
              <a:gd name="connsiteX105" fmla="*/ 296978 w 5400000"/>
              <a:gd name="connsiteY105" fmla="*/ 1473007 h 5400000"/>
              <a:gd name="connsiteX106" fmla="*/ 325876 w 5400000"/>
              <a:gd name="connsiteY106" fmla="*/ 1413020 h 5400000"/>
              <a:gd name="connsiteX107" fmla="*/ 478140 w 5400000"/>
              <a:gd name="connsiteY107" fmla="*/ 1167641 h 5400000"/>
              <a:gd name="connsiteX108" fmla="*/ 423345 w 5400000"/>
              <a:gd name="connsiteY108" fmla="*/ 1252580 h 5400000"/>
              <a:gd name="connsiteX109" fmla="*/ 461118 w 5400000"/>
              <a:gd name="connsiteY109" fmla="*/ 1190404 h 5400000"/>
              <a:gd name="connsiteX110" fmla="*/ 4811520 w 5400000"/>
              <a:gd name="connsiteY110" fmla="*/ 1020085 h 5400000"/>
              <a:gd name="connsiteX111" fmla="*/ 4938883 w 5400000"/>
              <a:gd name="connsiteY111" fmla="*/ 1190404 h 5400000"/>
              <a:gd name="connsiteX112" fmla="*/ 5400000 w 5400000"/>
              <a:gd name="connsiteY112" fmla="*/ 2700000 h 5400000"/>
              <a:gd name="connsiteX113" fmla="*/ 5345146 w 5400000"/>
              <a:gd name="connsiteY113" fmla="*/ 3244144 h 5400000"/>
              <a:gd name="connsiteX114" fmla="*/ 5331456 w 5400000"/>
              <a:gd name="connsiteY114" fmla="*/ 3297387 h 5400000"/>
              <a:gd name="connsiteX115" fmla="*/ 4015728 w 5400000"/>
              <a:gd name="connsiteY115" fmla="*/ 2998693 h 5400000"/>
              <a:gd name="connsiteX116" fmla="*/ 4022573 w 5400000"/>
              <a:gd name="connsiteY116" fmla="*/ 2972072 h 5400000"/>
              <a:gd name="connsiteX117" fmla="*/ 4050000 w 5400000"/>
              <a:gd name="connsiteY117" fmla="*/ 2700000 h 5400000"/>
              <a:gd name="connsiteX118" fmla="*/ 3819441 w 5400000"/>
              <a:gd name="connsiteY118" fmla="*/ 1945203 h 5400000"/>
              <a:gd name="connsiteX119" fmla="*/ 3755760 w 5400000"/>
              <a:gd name="connsiteY119" fmla="*/ 1860043 h 5400000"/>
              <a:gd name="connsiteX120" fmla="*/ 622550 w 5400000"/>
              <a:gd name="connsiteY120" fmla="*/ 975947 h 5400000"/>
              <a:gd name="connsiteX121" fmla="*/ 584804 w 5400000"/>
              <a:gd name="connsiteY121" fmla="*/ 1025002 h 5400000"/>
              <a:gd name="connsiteX122" fmla="*/ 616549 w 5400000"/>
              <a:gd name="connsiteY122" fmla="*/ 982549 h 5400000"/>
              <a:gd name="connsiteX123" fmla="*/ 4733217 w 5400000"/>
              <a:gd name="connsiteY123" fmla="*/ 927277 h 5400000"/>
              <a:gd name="connsiteX124" fmla="*/ 4783452 w 5400000"/>
              <a:gd name="connsiteY124" fmla="*/ 982549 h 5400000"/>
              <a:gd name="connsiteX125" fmla="*/ 4797288 w 5400000"/>
              <a:gd name="connsiteY125" fmla="*/ 1001053 h 5400000"/>
              <a:gd name="connsiteX126" fmla="*/ 803050 w 5400000"/>
              <a:gd name="connsiteY126" fmla="*/ 779689 h 5400000"/>
              <a:gd name="connsiteX127" fmla="*/ 789534 w 5400000"/>
              <a:gd name="connsiteY127" fmla="*/ 792218 h 5400000"/>
              <a:gd name="connsiteX128" fmla="*/ 790812 w 5400000"/>
              <a:gd name="connsiteY128" fmla="*/ 790812 h 5400000"/>
              <a:gd name="connsiteX129" fmla="*/ 4563000 w 5400000"/>
              <a:gd name="connsiteY129" fmla="*/ 748832 h 5400000"/>
              <a:gd name="connsiteX130" fmla="*/ 4609189 w 5400000"/>
              <a:gd name="connsiteY130" fmla="*/ 790812 h 5400000"/>
              <a:gd name="connsiteX131" fmla="*/ 4630327 w 5400000"/>
              <a:gd name="connsiteY131" fmla="*/ 814070 h 5400000"/>
              <a:gd name="connsiteX132" fmla="*/ 4375370 w 5400000"/>
              <a:gd name="connsiteY132" fmla="*/ 585081 h 5400000"/>
              <a:gd name="connsiteX133" fmla="*/ 4417451 w 5400000"/>
              <a:gd name="connsiteY133" fmla="*/ 616549 h 5400000"/>
              <a:gd name="connsiteX134" fmla="*/ 4448075 w 5400000"/>
              <a:gd name="connsiteY134" fmla="*/ 644382 h 5400000"/>
              <a:gd name="connsiteX135" fmla="*/ 1032536 w 5400000"/>
              <a:gd name="connsiteY135" fmla="*/ 579169 h 5400000"/>
              <a:gd name="connsiteX136" fmla="*/ 969780 w 5400000"/>
              <a:gd name="connsiteY136" fmla="*/ 628154 h 5400000"/>
              <a:gd name="connsiteX137" fmla="*/ 982550 w 5400000"/>
              <a:gd name="connsiteY137" fmla="*/ 616549 h 5400000"/>
              <a:gd name="connsiteX138" fmla="*/ 4172528 w 5400000"/>
              <a:gd name="connsiteY138" fmla="*/ 438598 h 5400000"/>
              <a:gd name="connsiteX139" fmla="*/ 4209596 w 5400000"/>
              <a:gd name="connsiteY139" fmla="*/ 461118 h 5400000"/>
              <a:gd name="connsiteX140" fmla="*/ 4253223 w 5400000"/>
              <a:gd name="connsiteY140" fmla="*/ 493741 h 5400000"/>
              <a:gd name="connsiteX141" fmla="*/ 1251896 w 5400000"/>
              <a:gd name="connsiteY141" fmla="*/ 423760 h 5400000"/>
              <a:gd name="connsiteX142" fmla="*/ 1162431 w 5400000"/>
              <a:gd name="connsiteY142" fmla="*/ 482036 h 5400000"/>
              <a:gd name="connsiteX143" fmla="*/ 1190405 w 5400000"/>
              <a:gd name="connsiteY143" fmla="*/ 461118 h 5400000"/>
              <a:gd name="connsiteX144" fmla="*/ 3957760 w 5400000"/>
              <a:gd name="connsiteY144" fmla="*/ 311799 h 5400000"/>
              <a:gd name="connsiteX145" fmla="*/ 3986981 w 5400000"/>
              <a:gd name="connsiteY145" fmla="*/ 325875 h 5400000"/>
              <a:gd name="connsiteX146" fmla="*/ 4047399 w 5400000"/>
              <a:gd name="connsiteY146" fmla="*/ 362581 h 5400000"/>
              <a:gd name="connsiteX147" fmla="*/ 1476363 w 5400000"/>
              <a:gd name="connsiteY147" fmla="*/ 295362 h 5400000"/>
              <a:gd name="connsiteX148" fmla="*/ 1366403 w 5400000"/>
              <a:gd name="connsiteY148" fmla="*/ 354196 h 5400000"/>
              <a:gd name="connsiteX149" fmla="*/ 1413020 w 5400000"/>
              <a:gd name="connsiteY149" fmla="*/ 325875 h 5400000"/>
              <a:gd name="connsiteX150" fmla="*/ 3734021 w 5400000"/>
              <a:gd name="connsiteY150" fmla="*/ 205979 h 5400000"/>
              <a:gd name="connsiteX151" fmla="*/ 3750962 w 5400000"/>
              <a:gd name="connsiteY151" fmla="*/ 212179 h 5400000"/>
              <a:gd name="connsiteX152" fmla="*/ 3828939 w 5400000"/>
              <a:gd name="connsiteY152" fmla="*/ 249743 h 5400000"/>
              <a:gd name="connsiteX153" fmla="*/ 1703729 w 5400000"/>
              <a:gd name="connsiteY153" fmla="*/ 192162 h 5400000"/>
              <a:gd name="connsiteX154" fmla="*/ 1583942 w 5400000"/>
              <a:gd name="connsiteY154" fmla="*/ 243538 h 5400000"/>
              <a:gd name="connsiteX155" fmla="*/ 1649038 w 5400000"/>
              <a:gd name="connsiteY155" fmla="*/ 212179 h 5400000"/>
              <a:gd name="connsiteX156" fmla="*/ 1935136 w 5400000"/>
              <a:gd name="connsiteY156" fmla="*/ 111607 h 5400000"/>
              <a:gd name="connsiteX157" fmla="*/ 1818804 w 5400000"/>
              <a:gd name="connsiteY157" fmla="*/ 150044 h 5400000"/>
              <a:gd name="connsiteX158" fmla="*/ 1897103 w 5400000"/>
              <a:gd name="connsiteY158" fmla="*/ 121387 h 5400000"/>
              <a:gd name="connsiteX159" fmla="*/ 3416080 w 5400000"/>
              <a:gd name="connsiteY159" fmla="*/ 99064 h 5400000"/>
              <a:gd name="connsiteX160" fmla="*/ 3502898 w 5400000"/>
              <a:gd name="connsiteY160" fmla="*/ 121387 h 5400000"/>
              <a:gd name="connsiteX161" fmla="*/ 3517716 w 5400000"/>
              <a:gd name="connsiteY161" fmla="*/ 126810 h 5400000"/>
              <a:gd name="connsiteX162" fmla="*/ 2173035 w 5400000"/>
              <a:gd name="connsiteY162" fmla="*/ 52233 h 5400000"/>
              <a:gd name="connsiteX163" fmla="*/ 2079020 w 5400000"/>
              <a:gd name="connsiteY163" fmla="*/ 74611 h 5400000"/>
              <a:gd name="connsiteX164" fmla="*/ 2155856 w 5400000"/>
              <a:gd name="connsiteY164" fmla="*/ 54854 h 5400000"/>
              <a:gd name="connsiteX165" fmla="*/ 3172793 w 5400000"/>
              <a:gd name="connsiteY165" fmla="*/ 43965 h 5400000"/>
              <a:gd name="connsiteX166" fmla="*/ 3244144 w 5400000"/>
              <a:gd name="connsiteY166" fmla="*/ 54854 h 5400000"/>
              <a:gd name="connsiteX167" fmla="*/ 3277806 w 5400000"/>
              <a:gd name="connsiteY167" fmla="*/ 63510 h 5400000"/>
              <a:gd name="connsiteX168" fmla="*/ 2453013 w 5400000"/>
              <a:gd name="connsiteY168" fmla="*/ 12472 h 5400000"/>
              <a:gd name="connsiteX169" fmla="*/ 2419127 w 5400000"/>
              <a:gd name="connsiteY169" fmla="*/ 14674 h 5400000"/>
              <a:gd name="connsiteX170" fmla="*/ 2423941 w 5400000"/>
              <a:gd name="connsiteY170" fmla="*/ 13940 h 5400000"/>
              <a:gd name="connsiteX171" fmla="*/ 2927906 w 5400000"/>
              <a:gd name="connsiteY171" fmla="*/ 11508 h 5400000"/>
              <a:gd name="connsiteX172" fmla="*/ 2976060 w 5400000"/>
              <a:gd name="connsiteY172" fmla="*/ 13940 h 5400000"/>
              <a:gd name="connsiteX173" fmla="*/ 3024599 w 5400000"/>
              <a:gd name="connsiteY173" fmla="*/ 21348 h 5400000"/>
              <a:gd name="connsiteX174" fmla="*/ 2700000 w 5400000"/>
              <a:gd name="connsiteY174" fmla="*/ 0 h 5400000"/>
              <a:gd name="connsiteX175" fmla="*/ 2753528 w 5400000"/>
              <a:gd name="connsiteY175" fmla="*/ 2703 h 5400000"/>
              <a:gd name="connsiteX176" fmla="*/ 2675176 w 5400000"/>
              <a:gd name="connsiteY176" fmla="*/ 1254 h 54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Lst>
            <a:rect l="l" t="t" r="r" b="b"/>
            <a:pathLst>
              <a:path w="5400000" h="5400000">
                <a:moveTo>
                  <a:pt x="2691453" y="5399569"/>
                </a:moveTo>
                <a:lnTo>
                  <a:pt x="2700735" y="5399963"/>
                </a:lnTo>
                <a:lnTo>
                  <a:pt x="2700000" y="5400000"/>
                </a:lnTo>
                <a:close/>
                <a:moveTo>
                  <a:pt x="3045765" y="5375422"/>
                </a:moveTo>
                <a:lnTo>
                  <a:pt x="2976060" y="5386060"/>
                </a:lnTo>
                <a:lnTo>
                  <a:pt x="2956712" y="5387037"/>
                </a:lnTo>
                <a:close/>
                <a:moveTo>
                  <a:pt x="2354149" y="5375409"/>
                </a:moveTo>
                <a:lnTo>
                  <a:pt x="2444663" y="5387107"/>
                </a:lnTo>
                <a:lnTo>
                  <a:pt x="2423941" y="5386060"/>
                </a:lnTo>
                <a:close/>
                <a:moveTo>
                  <a:pt x="2090518" y="5328346"/>
                </a:moveTo>
                <a:lnTo>
                  <a:pt x="2196109" y="5351289"/>
                </a:lnTo>
                <a:lnTo>
                  <a:pt x="2155856" y="5345146"/>
                </a:lnTo>
                <a:close/>
                <a:moveTo>
                  <a:pt x="3310594" y="5328060"/>
                </a:moveTo>
                <a:lnTo>
                  <a:pt x="3244144" y="5345146"/>
                </a:lnTo>
                <a:lnTo>
                  <a:pt x="3205209" y="5351088"/>
                </a:lnTo>
                <a:close/>
                <a:moveTo>
                  <a:pt x="1846525" y="5260102"/>
                </a:moveTo>
                <a:lnTo>
                  <a:pt x="1954966" y="5293492"/>
                </a:lnTo>
                <a:lnTo>
                  <a:pt x="1897103" y="5278614"/>
                </a:lnTo>
                <a:close/>
                <a:moveTo>
                  <a:pt x="3554782" y="5259624"/>
                </a:moveTo>
                <a:lnTo>
                  <a:pt x="3502898" y="5278614"/>
                </a:lnTo>
                <a:lnTo>
                  <a:pt x="3446284" y="5293171"/>
                </a:lnTo>
                <a:close/>
                <a:moveTo>
                  <a:pt x="1616056" y="5171932"/>
                </a:moveTo>
                <a:lnTo>
                  <a:pt x="1720403" y="5213941"/>
                </a:lnTo>
                <a:lnTo>
                  <a:pt x="1649038" y="5187821"/>
                </a:lnTo>
                <a:close/>
                <a:moveTo>
                  <a:pt x="3785255" y="5171301"/>
                </a:moveTo>
                <a:lnTo>
                  <a:pt x="3750962" y="5187821"/>
                </a:lnTo>
                <a:lnTo>
                  <a:pt x="3680664" y="5213550"/>
                </a:lnTo>
                <a:close/>
                <a:moveTo>
                  <a:pt x="1397725" y="5064833"/>
                </a:moveTo>
                <a:lnTo>
                  <a:pt x="1487662" y="5110082"/>
                </a:lnTo>
                <a:lnTo>
                  <a:pt x="1413020" y="5074125"/>
                </a:lnTo>
                <a:close/>
                <a:moveTo>
                  <a:pt x="4003535" y="5064068"/>
                </a:moveTo>
                <a:lnTo>
                  <a:pt x="3986981" y="5074125"/>
                </a:lnTo>
                <a:lnTo>
                  <a:pt x="3912455" y="5110026"/>
                </a:lnTo>
                <a:close/>
                <a:moveTo>
                  <a:pt x="4248909" y="4909485"/>
                </a:moveTo>
                <a:lnTo>
                  <a:pt x="4209596" y="4938883"/>
                </a:lnTo>
                <a:lnTo>
                  <a:pt x="4204809" y="4941791"/>
                </a:lnTo>
                <a:lnTo>
                  <a:pt x="4205138" y="4941589"/>
                </a:lnTo>
                <a:close/>
                <a:moveTo>
                  <a:pt x="1146004" y="4905680"/>
                </a:moveTo>
                <a:lnTo>
                  <a:pt x="1196176" y="4942389"/>
                </a:lnTo>
                <a:lnTo>
                  <a:pt x="1190405" y="4938883"/>
                </a:lnTo>
                <a:close/>
                <a:moveTo>
                  <a:pt x="4465921" y="4739399"/>
                </a:moveTo>
                <a:lnTo>
                  <a:pt x="4417451" y="4783452"/>
                </a:lnTo>
                <a:lnTo>
                  <a:pt x="4401417" y="4795441"/>
                </a:lnTo>
                <a:close/>
                <a:moveTo>
                  <a:pt x="933962" y="4739292"/>
                </a:moveTo>
                <a:lnTo>
                  <a:pt x="999740" y="4796306"/>
                </a:lnTo>
                <a:lnTo>
                  <a:pt x="982550" y="4783452"/>
                </a:lnTo>
                <a:close/>
                <a:moveTo>
                  <a:pt x="752409" y="4566935"/>
                </a:moveTo>
                <a:lnTo>
                  <a:pt x="816833" y="4632839"/>
                </a:lnTo>
                <a:lnTo>
                  <a:pt x="790812" y="4609189"/>
                </a:lnTo>
                <a:close/>
                <a:moveTo>
                  <a:pt x="4648141" y="4566331"/>
                </a:moveTo>
                <a:lnTo>
                  <a:pt x="4609189" y="4609189"/>
                </a:lnTo>
                <a:lnTo>
                  <a:pt x="4584144" y="4631951"/>
                </a:lnTo>
                <a:close/>
                <a:moveTo>
                  <a:pt x="589111" y="4380758"/>
                </a:moveTo>
                <a:lnTo>
                  <a:pt x="649013" y="4453171"/>
                </a:lnTo>
                <a:lnTo>
                  <a:pt x="616549" y="4417451"/>
                </a:lnTo>
                <a:close/>
                <a:moveTo>
                  <a:pt x="4811604" y="4379804"/>
                </a:moveTo>
                <a:lnTo>
                  <a:pt x="4783452" y="4417451"/>
                </a:lnTo>
                <a:lnTo>
                  <a:pt x="4751739" y="4452344"/>
                </a:lnTo>
                <a:close/>
                <a:moveTo>
                  <a:pt x="443451" y="4180516"/>
                </a:moveTo>
                <a:lnTo>
                  <a:pt x="497752" y="4258586"/>
                </a:lnTo>
                <a:lnTo>
                  <a:pt x="461118" y="4209596"/>
                </a:lnTo>
                <a:close/>
                <a:moveTo>
                  <a:pt x="4957266" y="4179336"/>
                </a:moveTo>
                <a:lnTo>
                  <a:pt x="4938883" y="4209596"/>
                </a:lnTo>
                <a:lnTo>
                  <a:pt x="4902720" y="4257956"/>
                </a:lnTo>
                <a:close/>
                <a:moveTo>
                  <a:pt x="316367" y="3967242"/>
                </a:moveTo>
                <a:lnTo>
                  <a:pt x="364092" y="4049887"/>
                </a:lnTo>
                <a:lnTo>
                  <a:pt x="325876" y="3986981"/>
                </a:lnTo>
                <a:close/>
                <a:moveTo>
                  <a:pt x="5084276" y="3965907"/>
                </a:moveTo>
                <a:lnTo>
                  <a:pt x="5074125" y="3986981"/>
                </a:lnTo>
                <a:lnTo>
                  <a:pt x="5035976" y="4049774"/>
                </a:lnTo>
                <a:close/>
                <a:moveTo>
                  <a:pt x="5191442" y="3741068"/>
                </a:moveTo>
                <a:lnTo>
                  <a:pt x="5187821" y="3750962"/>
                </a:lnTo>
                <a:lnTo>
                  <a:pt x="5152186" y="3824934"/>
                </a:lnTo>
                <a:close/>
                <a:moveTo>
                  <a:pt x="193047" y="3698689"/>
                </a:moveTo>
                <a:lnTo>
                  <a:pt x="209702" y="3743822"/>
                </a:lnTo>
                <a:lnTo>
                  <a:pt x="246681" y="3822582"/>
                </a:lnTo>
                <a:lnTo>
                  <a:pt x="212180" y="3750962"/>
                </a:lnTo>
                <a:close/>
                <a:moveTo>
                  <a:pt x="95728" y="3403106"/>
                </a:moveTo>
                <a:lnTo>
                  <a:pt x="128105" y="3521252"/>
                </a:lnTo>
                <a:lnTo>
                  <a:pt x="121387" y="3502898"/>
                </a:lnTo>
                <a:close/>
                <a:moveTo>
                  <a:pt x="5304446" y="3402431"/>
                </a:moveTo>
                <a:lnTo>
                  <a:pt x="5278613" y="3502898"/>
                </a:lnTo>
                <a:lnTo>
                  <a:pt x="5272439" y="3519767"/>
                </a:lnTo>
                <a:close/>
                <a:moveTo>
                  <a:pt x="42682" y="3164386"/>
                </a:moveTo>
                <a:lnTo>
                  <a:pt x="63399" y="3277376"/>
                </a:lnTo>
                <a:lnTo>
                  <a:pt x="54855" y="3244144"/>
                </a:lnTo>
                <a:close/>
                <a:moveTo>
                  <a:pt x="11162" y="2921045"/>
                </a:moveTo>
                <a:lnTo>
                  <a:pt x="20578" y="3019552"/>
                </a:lnTo>
                <a:lnTo>
                  <a:pt x="13940" y="2976059"/>
                </a:lnTo>
                <a:close/>
                <a:moveTo>
                  <a:pt x="1709" y="2666160"/>
                </a:moveTo>
                <a:lnTo>
                  <a:pt x="2538" y="2750264"/>
                </a:lnTo>
                <a:lnTo>
                  <a:pt x="0" y="2700000"/>
                </a:lnTo>
                <a:close/>
                <a:moveTo>
                  <a:pt x="16475" y="2407333"/>
                </a:moveTo>
                <a:lnTo>
                  <a:pt x="11286" y="2476505"/>
                </a:lnTo>
                <a:lnTo>
                  <a:pt x="13940" y="2423941"/>
                </a:lnTo>
                <a:close/>
                <a:moveTo>
                  <a:pt x="71085" y="2092732"/>
                </a:moveTo>
                <a:lnTo>
                  <a:pt x="53841" y="2162500"/>
                </a:lnTo>
                <a:lnTo>
                  <a:pt x="54855" y="2155856"/>
                </a:lnTo>
                <a:close/>
                <a:moveTo>
                  <a:pt x="151309" y="1815350"/>
                </a:moveTo>
                <a:lnTo>
                  <a:pt x="113828" y="1926502"/>
                </a:lnTo>
                <a:lnTo>
                  <a:pt x="121387" y="1897103"/>
                </a:lnTo>
                <a:close/>
                <a:moveTo>
                  <a:pt x="242875" y="1585318"/>
                </a:moveTo>
                <a:lnTo>
                  <a:pt x="194643" y="1696951"/>
                </a:lnTo>
                <a:lnTo>
                  <a:pt x="212180" y="1649038"/>
                </a:lnTo>
                <a:close/>
                <a:moveTo>
                  <a:pt x="351628" y="1370631"/>
                </a:moveTo>
                <a:lnTo>
                  <a:pt x="296978" y="1473007"/>
                </a:lnTo>
                <a:lnTo>
                  <a:pt x="325876" y="1413020"/>
                </a:lnTo>
                <a:close/>
                <a:moveTo>
                  <a:pt x="478140" y="1167641"/>
                </a:moveTo>
                <a:lnTo>
                  <a:pt x="423345" y="1252580"/>
                </a:lnTo>
                <a:lnTo>
                  <a:pt x="461118" y="1190404"/>
                </a:lnTo>
                <a:close/>
                <a:moveTo>
                  <a:pt x="4811520" y="1020085"/>
                </a:moveTo>
                <a:lnTo>
                  <a:pt x="4938883" y="1190404"/>
                </a:lnTo>
                <a:cubicBezTo>
                  <a:pt x="5230008" y="1621327"/>
                  <a:pt x="5400000" y="2140812"/>
                  <a:pt x="5400000" y="2700000"/>
                </a:cubicBezTo>
                <a:cubicBezTo>
                  <a:pt x="5400000" y="2886396"/>
                  <a:pt x="5381112" y="3068381"/>
                  <a:pt x="5345146" y="3244144"/>
                </a:cubicBezTo>
                <a:lnTo>
                  <a:pt x="5331456" y="3297387"/>
                </a:lnTo>
                <a:lnTo>
                  <a:pt x="4015728" y="2998693"/>
                </a:lnTo>
                <a:lnTo>
                  <a:pt x="4022573" y="2972072"/>
                </a:lnTo>
                <a:cubicBezTo>
                  <a:pt x="4040556" y="2884190"/>
                  <a:pt x="4050000" y="2793198"/>
                  <a:pt x="4050000" y="2700000"/>
                </a:cubicBezTo>
                <a:cubicBezTo>
                  <a:pt x="4050000" y="2420406"/>
                  <a:pt x="3965004" y="2160664"/>
                  <a:pt x="3819441" y="1945203"/>
                </a:cubicBezTo>
                <a:lnTo>
                  <a:pt x="3755760" y="1860043"/>
                </a:lnTo>
                <a:close/>
                <a:moveTo>
                  <a:pt x="622550" y="975947"/>
                </a:moveTo>
                <a:lnTo>
                  <a:pt x="584804" y="1025002"/>
                </a:lnTo>
                <a:lnTo>
                  <a:pt x="616549" y="982549"/>
                </a:lnTo>
                <a:close/>
                <a:moveTo>
                  <a:pt x="4733217" y="927277"/>
                </a:moveTo>
                <a:lnTo>
                  <a:pt x="4783452" y="982549"/>
                </a:lnTo>
                <a:lnTo>
                  <a:pt x="4797288" y="1001053"/>
                </a:lnTo>
                <a:close/>
                <a:moveTo>
                  <a:pt x="803050" y="779689"/>
                </a:moveTo>
                <a:lnTo>
                  <a:pt x="789534" y="792218"/>
                </a:lnTo>
                <a:lnTo>
                  <a:pt x="790812" y="790812"/>
                </a:lnTo>
                <a:close/>
                <a:moveTo>
                  <a:pt x="4563000" y="748832"/>
                </a:moveTo>
                <a:lnTo>
                  <a:pt x="4609189" y="790812"/>
                </a:lnTo>
                <a:lnTo>
                  <a:pt x="4630327" y="814070"/>
                </a:lnTo>
                <a:close/>
                <a:moveTo>
                  <a:pt x="4375370" y="585081"/>
                </a:moveTo>
                <a:lnTo>
                  <a:pt x="4417451" y="616549"/>
                </a:lnTo>
                <a:lnTo>
                  <a:pt x="4448075" y="644382"/>
                </a:lnTo>
                <a:close/>
                <a:moveTo>
                  <a:pt x="1032536" y="579169"/>
                </a:moveTo>
                <a:lnTo>
                  <a:pt x="969780" y="628154"/>
                </a:lnTo>
                <a:lnTo>
                  <a:pt x="982550" y="616549"/>
                </a:lnTo>
                <a:close/>
                <a:moveTo>
                  <a:pt x="4172528" y="438598"/>
                </a:moveTo>
                <a:lnTo>
                  <a:pt x="4209596" y="461118"/>
                </a:lnTo>
                <a:lnTo>
                  <a:pt x="4253223" y="493741"/>
                </a:lnTo>
                <a:close/>
                <a:moveTo>
                  <a:pt x="1251896" y="423760"/>
                </a:moveTo>
                <a:lnTo>
                  <a:pt x="1162431" y="482036"/>
                </a:lnTo>
                <a:lnTo>
                  <a:pt x="1190405" y="461118"/>
                </a:lnTo>
                <a:close/>
                <a:moveTo>
                  <a:pt x="3957760" y="311799"/>
                </a:moveTo>
                <a:lnTo>
                  <a:pt x="3986981" y="325875"/>
                </a:lnTo>
                <a:lnTo>
                  <a:pt x="4047399" y="362581"/>
                </a:lnTo>
                <a:close/>
                <a:moveTo>
                  <a:pt x="1476363" y="295362"/>
                </a:moveTo>
                <a:lnTo>
                  <a:pt x="1366403" y="354196"/>
                </a:lnTo>
                <a:lnTo>
                  <a:pt x="1413020" y="325875"/>
                </a:lnTo>
                <a:close/>
                <a:moveTo>
                  <a:pt x="3734021" y="205979"/>
                </a:moveTo>
                <a:lnTo>
                  <a:pt x="3750962" y="212179"/>
                </a:lnTo>
                <a:lnTo>
                  <a:pt x="3828939" y="249743"/>
                </a:lnTo>
                <a:close/>
                <a:moveTo>
                  <a:pt x="1703729" y="192162"/>
                </a:moveTo>
                <a:lnTo>
                  <a:pt x="1583942" y="243538"/>
                </a:lnTo>
                <a:lnTo>
                  <a:pt x="1649038" y="212179"/>
                </a:lnTo>
                <a:close/>
                <a:moveTo>
                  <a:pt x="1935136" y="111607"/>
                </a:moveTo>
                <a:lnTo>
                  <a:pt x="1818804" y="150044"/>
                </a:lnTo>
                <a:lnTo>
                  <a:pt x="1897103" y="121387"/>
                </a:lnTo>
                <a:close/>
                <a:moveTo>
                  <a:pt x="3416080" y="99064"/>
                </a:moveTo>
                <a:lnTo>
                  <a:pt x="3502898" y="121387"/>
                </a:lnTo>
                <a:lnTo>
                  <a:pt x="3517716" y="126810"/>
                </a:lnTo>
                <a:close/>
                <a:moveTo>
                  <a:pt x="2173035" y="52233"/>
                </a:moveTo>
                <a:lnTo>
                  <a:pt x="2079020" y="74611"/>
                </a:lnTo>
                <a:lnTo>
                  <a:pt x="2155856" y="54854"/>
                </a:lnTo>
                <a:close/>
                <a:moveTo>
                  <a:pt x="3172793" y="43965"/>
                </a:moveTo>
                <a:lnTo>
                  <a:pt x="3244144" y="54854"/>
                </a:lnTo>
                <a:lnTo>
                  <a:pt x="3277806" y="63510"/>
                </a:lnTo>
                <a:close/>
                <a:moveTo>
                  <a:pt x="2453013" y="12472"/>
                </a:moveTo>
                <a:lnTo>
                  <a:pt x="2419127" y="14674"/>
                </a:lnTo>
                <a:lnTo>
                  <a:pt x="2423941" y="13940"/>
                </a:lnTo>
                <a:close/>
                <a:moveTo>
                  <a:pt x="2927906" y="11508"/>
                </a:moveTo>
                <a:lnTo>
                  <a:pt x="2976060" y="13940"/>
                </a:lnTo>
                <a:lnTo>
                  <a:pt x="3024599" y="21348"/>
                </a:lnTo>
                <a:close/>
                <a:moveTo>
                  <a:pt x="2700000" y="0"/>
                </a:moveTo>
                <a:lnTo>
                  <a:pt x="2753528" y="2703"/>
                </a:lnTo>
                <a:lnTo>
                  <a:pt x="2675176" y="1254"/>
                </a:lnTo>
                <a:close/>
              </a:path>
            </a:pathLst>
          </a:cu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endParaRPr>
          </a:p>
        </p:txBody>
      </p:sp>
      <p:graphicFrame>
        <p:nvGraphicFramePr>
          <p:cNvPr id="5" name="Chart 4">
            <a:extLst>
              <a:ext uri="{FF2B5EF4-FFF2-40B4-BE49-F238E27FC236}">
                <a16:creationId xmlns:a16="http://schemas.microsoft.com/office/drawing/2014/main" id="{61F191F4-1F6C-9BC9-6021-CB5ED17057B3}"/>
              </a:ext>
            </a:extLst>
          </p:cNvPr>
          <p:cNvGraphicFramePr/>
          <p:nvPr>
            <p:extLst>
              <p:ext uri="{D42A27DB-BD31-4B8C-83A1-F6EECF244321}">
                <p14:modId xmlns:p14="http://schemas.microsoft.com/office/powerpoint/2010/main" val="2625583716"/>
              </p:ext>
            </p:extLst>
          </p:nvPr>
        </p:nvGraphicFramePr>
        <p:xfrm>
          <a:off x="1795462" y="561976"/>
          <a:ext cx="8601076" cy="5734050"/>
        </p:xfrm>
        <a:graphic>
          <a:graphicData uri="http://schemas.openxmlformats.org/drawingml/2006/chart">
            <c:chart xmlns:c="http://schemas.openxmlformats.org/drawingml/2006/chart" xmlns:r="http://schemas.openxmlformats.org/officeDocument/2006/relationships" r:id="rId2"/>
          </a:graphicData>
        </a:graphic>
      </p:graphicFrame>
      <p:sp>
        <p:nvSpPr>
          <p:cNvPr id="6" name="Oval 5">
            <a:extLst>
              <a:ext uri="{FF2B5EF4-FFF2-40B4-BE49-F238E27FC236}">
                <a16:creationId xmlns:a16="http://schemas.microsoft.com/office/drawing/2014/main" id="{C23680EA-18AD-3CB3-F041-9A62EFA2E28F}"/>
              </a:ext>
            </a:extLst>
          </p:cNvPr>
          <p:cNvSpPr/>
          <p:nvPr/>
        </p:nvSpPr>
        <p:spPr>
          <a:xfrm>
            <a:off x="3666000" y="999000"/>
            <a:ext cx="4860000" cy="486000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7" name="Chart 6">
            <a:extLst>
              <a:ext uri="{FF2B5EF4-FFF2-40B4-BE49-F238E27FC236}">
                <a16:creationId xmlns:a16="http://schemas.microsoft.com/office/drawing/2014/main" id="{E7FCEF82-BAE1-A5C6-D69F-E9AAF034DA0F}"/>
              </a:ext>
            </a:extLst>
          </p:cNvPr>
          <p:cNvGraphicFramePr/>
          <p:nvPr>
            <p:extLst>
              <p:ext uri="{D42A27DB-BD31-4B8C-83A1-F6EECF244321}">
                <p14:modId xmlns:p14="http://schemas.microsoft.com/office/powerpoint/2010/main" val="4069313360"/>
              </p:ext>
            </p:extLst>
          </p:nvPr>
        </p:nvGraphicFramePr>
        <p:xfrm>
          <a:off x="1795462" y="561976"/>
          <a:ext cx="8601076" cy="5734050"/>
        </p:xfrm>
        <a:graphic>
          <a:graphicData uri="http://schemas.openxmlformats.org/drawingml/2006/chart">
            <c:chart xmlns:c="http://schemas.openxmlformats.org/drawingml/2006/chart" xmlns:r="http://schemas.openxmlformats.org/officeDocument/2006/relationships" r:id="rId3"/>
          </a:graphicData>
        </a:graphic>
      </p:graphicFrame>
      <p:sp>
        <p:nvSpPr>
          <p:cNvPr id="8" name="Oval 7">
            <a:extLst>
              <a:ext uri="{FF2B5EF4-FFF2-40B4-BE49-F238E27FC236}">
                <a16:creationId xmlns:a16="http://schemas.microsoft.com/office/drawing/2014/main" id="{6F50B66E-EF39-6560-37C2-C36C2797FB24}"/>
              </a:ext>
            </a:extLst>
          </p:cNvPr>
          <p:cNvSpPr/>
          <p:nvPr/>
        </p:nvSpPr>
        <p:spPr>
          <a:xfrm>
            <a:off x="3936000" y="1269000"/>
            <a:ext cx="4320000" cy="432000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Partial Circle 8">
            <a:extLst>
              <a:ext uri="{FF2B5EF4-FFF2-40B4-BE49-F238E27FC236}">
                <a16:creationId xmlns:a16="http://schemas.microsoft.com/office/drawing/2014/main" id="{2E6B8690-6436-0781-EC45-B39A630AC4DB}"/>
              </a:ext>
            </a:extLst>
          </p:cNvPr>
          <p:cNvSpPr/>
          <p:nvPr/>
        </p:nvSpPr>
        <p:spPr>
          <a:xfrm>
            <a:off x="3238851" y="571851"/>
            <a:ext cx="5714298" cy="5714298"/>
          </a:xfrm>
          <a:prstGeom prst="pie">
            <a:avLst>
              <a:gd name="adj1" fmla="val 871075"/>
              <a:gd name="adj2" fmla="val 9927800"/>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TextBox 27">
            <a:extLst>
              <a:ext uri="{FF2B5EF4-FFF2-40B4-BE49-F238E27FC236}">
                <a16:creationId xmlns:a16="http://schemas.microsoft.com/office/drawing/2014/main" id="{6F7DBE3E-6151-3926-EDA9-1C609726D96C}"/>
              </a:ext>
            </a:extLst>
          </p:cNvPr>
          <p:cNvSpPr txBox="1"/>
          <p:nvPr/>
        </p:nvSpPr>
        <p:spPr>
          <a:xfrm>
            <a:off x="4096364" y="3440306"/>
            <a:ext cx="587828" cy="830997"/>
          </a:xfrm>
          <a:prstGeom prst="rect">
            <a:avLst/>
          </a:prstGeom>
          <a:noFill/>
        </p:spPr>
        <p:txBody>
          <a:bodyPr wrap="square" rtlCol="0">
            <a:spAutoFit/>
          </a:bodyPr>
          <a:lstStyle/>
          <a:p>
            <a:pPr algn="ctr"/>
            <a:r>
              <a:rPr lang="en-US" altLang="zh-CN" sz="4800" b="1" dirty="0">
                <a:latin typeface="Arial" panose="020B0604020202020204" pitchFamily="34" charset="0"/>
                <a:cs typeface="Arial" panose="020B0604020202020204" pitchFamily="34" charset="0"/>
              </a:rPr>
              <a:t>0</a:t>
            </a:r>
            <a:endParaRPr lang="zh-CN" altLang="en-US" sz="4800" b="1" dirty="0">
              <a:latin typeface="Arial" panose="020B0604020202020204" pitchFamily="34" charset="0"/>
              <a:cs typeface="Arial" panose="020B0604020202020204" pitchFamily="34" charset="0"/>
            </a:endParaRPr>
          </a:p>
        </p:txBody>
      </p:sp>
      <p:sp>
        <p:nvSpPr>
          <p:cNvPr id="30" name="TextBox 29">
            <a:extLst>
              <a:ext uri="{FF2B5EF4-FFF2-40B4-BE49-F238E27FC236}">
                <a16:creationId xmlns:a16="http://schemas.microsoft.com/office/drawing/2014/main" id="{57977FB9-5073-47BB-0E71-90F06C43DAF3}"/>
              </a:ext>
            </a:extLst>
          </p:cNvPr>
          <p:cNvSpPr txBox="1"/>
          <p:nvPr/>
        </p:nvSpPr>
        <p:spPr>
          <a:xfrm>
            <a:off x="7166792" y="3440306"/>
            <a:ext cx="1089208" cy="830997"/>
          </a:xfrm>
          <a:prstGeom prst="rect">
            <a:avLst/>
          </a:prstGeom>
          <a:noFill/>
        </p:spPr>
        <p:txBody>
          <a:bodyPr wrap="square" rtlCol="0">
            <a:spAutoFit/>
          </a:bodyPr>
          <a:lstStyle/>
          <a:p>
            <a:pPr algn="ctr"/>
            <a:r>
              <a:rPr lang="en-US" altLang="zh-CN" sz="4800" b="1" dirty="0">
                <a:latin typeface="Arial" panose="020B0604020202020204" pitchFamily="34" charset="0"/>
                <a:cs typeface="Arial" panose="020B0604020202020204" pitchFamily="34" charset="0"/>
              </a:rPr>
              <a:t>5</a:t>
            </a:r>
            <a:endParaRPr lang="zh-CN" altLang="en-US" sz="4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22150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53703E08-456F-8208-9853-AA5B348E7F7A}"/>
              </a:ext>
            </a:extLst>
          </p:cNvPr>
          <p:cNvGrpSpPr/>
          <p:nvPr/>
        </p:nvGrpSpPr>
        <p:grpSpPr>
          <a:xfrm>
            <a:off x="3224534" y="557535"/>
            <a:ext cx="5742930" cy="5742930"/>
            <a:chOff x="3224534" y="557535"/>
            <a:chExt cx="5742930" cy="5742930"/>
          </a:xfrm>
        </p:grpSpPr>
        <p:sp>
          <p:nvSpPr>
            <p:cNvPr id="32" name="Rectangle 31">
              <a:extLst>
                <a:ext uri="{FF2B5EF4-FFF2-40B4-BE49-F238E27FC236}">
                  <a16:creationId xmlns:a16="http://schemas.microsoft.com/office/drawing/2014/main" id="{A4EC0C77-E0C4-3D7A-E04C-DF0D8BFBA3B7}"/>
                </a:ext>
              </a:extLst>
            </p:cNvPr>
            <p:cNvSpPr/>
            <p:nvPr/>
          </p:nvSpPr>
          <p:spPr>
            <a:xfrm>
              <a:off x="3225000" y="558000"/>
              <a:ext cx="5742000" cy="5742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Picture 12">
              <a:extLst>
                <a:ext uri="{FF2B5EF4-FFF2-40B4-BE49-F238E27FC236}">
                  <a16:creationId xmlns:a16="http://schemas.microsoft.com/office/drawing/2014/main" id="{2EA1B66C-3693-2F0F-1AFD-CD2742BAE000}"/>
                </a:ext>
              </a:extLst>
            </p:cNvPr>
            <p:cNvPicPr>
              <a:picLocks noChangeAspect="1"/>
            </p:cNvPicPr>
            <p:nvPr/>
          </p:nvPicPr>
          <p:blipFill rotWithShape="1">
            <a:blip r:embed="rId2"/>
            <a:srcRect l="16596" r="16596"/>
            <a:stretch/>
          </p:blipFill>
          <p:spPr>
            <a:xfrm>
              <a:off x="3224534" y="557535"/>
              <a:ext cx="5742930" cy="5742930"/>
            </a:xfrm>
            <a:prstGeom prst="rect">
              <a:avLst/>
            </a:prstGeom>
          </p:spPr>
        </p:pic>
      </p:grpSp>
    </p:spTree>
    <p:extLst>
      <p:ext uri="{BB962C8B-B14F-4D97-AF65-F5344CB8AC3E}">
        <p14:creationId xmlns:p14="http://schemas.microsoft.com/office/powerpoint/2010/main" val="368217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44420BF-8B65-D7ED-77FB-7CE3F31E8ED0}"/>
              </a:ext>
            </a:extLst>
          </p:cNvPr>
          <p:cNvGrpSpPr/>
          <p:nvPr/>
        </p:nvGrpSpPr>
        <p:grpSpPr>
          <a:xfrm>
            <a:off x="3224534" y="557535"/>
            <a:ext cx="5742930" cy="5742930"/>
            <a:chOff x="3224534" y="557535"/>
            <a:chExt cx="5742930" cy="5742930"/>
          </a:xfrm>
        </p:grpSpPr>
        <p:sp>
          <p:nvSpPr>
            <p:cNvPr id="5" name="Rectangle 4">
              <a:extLst>
                <a:ext uri="{FF2B5EF4-FFF2-40B4-BE49-F238E27FC236}">
                  <a16:creationId xmlns:a16="http://schemas.microsoft.com/office/drawing/2014/main" id="{F5D26AD1-B1E1-721A-D53D-11CBF45ADEBD}"/>
                </a:ext>
              </a:extLst>
            </p:cNvPr>
            <p:cNvSpPr/>
            <p:nvPr/>
          </p:nvSpPr>
          <p:spPr>
            <a:xfrm>
              <a:off x="3225000" y="558000"/>
              <a:ext cx="5742000" cy="5742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Picture 3">
              <a:extLst>
                <a:ext uri="{FF2B5EF4-FFF2-40B4-BE49-F238E27FC236}">
                  <a16:creationId xmlns:a16="http://schemas.microsoft.com/office/drawing/2014/main" id="{F289D3E4-068C-3E2F-F242-A43A6B433CC6}"/>
                </a:ext>
              </a:extLst>
            </p:cNvPr>
            <p:cNvPicPr>
              <a:picLocks noChangeAspect="1"/>
            </p:cNvPicPr>
            <p:nvPr/>
          </p:nvPicPr>
          <p:blipFill rotWithShape="1">
            <a:blip r:embed="rId2"/>
            <a:srcRect l="16596" r="16596"/>
            <a:stretch/>
          </p:blipFill>
          <p:spPr>
            <a:xfrm>
              <a:off x="3224534" y="557535"/>
              <a:ext cx="5742930" cy="5742930"/>
            </a:xfrm>
            <a:prstGeom prst="rect">
              <a:avLst/>
            </a:prstGeom>
          </p:spPr>
        </p:pic>
      </p:grpSp>
    </p:spTree>
    <p:extLst>
      <p:ext uri="{BB962C8B-B14F-4D97-AF65-F5344CB8AC3E}">
        <p14:creationId xmlns:p14="http://schemas.microsoft.com/office/powerpoint/2010/main" val="122708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CAD1D47C-61D2-BCBB-8755-064E7E34A406}"/>
              </a:ext>
            </a:extLst>
          </p:cNvPr>
          <p:cNvGrpSpPr/>
          <p:nvPr/>
        </p:nvGrpSpPr>
        <p:grpSpPr>
          <a:xfrm>
            <a:off x="2667000" y="0"/>
            <a:ext cx="6858000" cy="6858000"/>
            <a:chOff x="2667000" y="0"/>
            <a:chExt cx="6858000" cy="6858000"/>
          </a:xfrm>
        </p:grpSpPr>
        <p:sp>
          <p:nvSpPr>
            <p:cNvPr id="7" name="Rectangle 6">
              <a:extLst>
                <a:ext uri="{FF2B5EF4-FFF2-40B4-BE49-F238E27FC236}">
                  <a16:creationId xmlns:a16="http://schemas.microsoft.com/office/drawing/2014/main" id="{0D95ECED-52E0-D7F8-A55D-F7888EA7DD72}"/>
                </a:ext>
              </a:extLst>
            </p:cNvPr>
            <p:cNvSpPr/>
            <p:nvPr/>
          </p:nvSpPr>
          <p:spPr>
            <a:xfrm>
              <a:off x="2667000" y="0"/>
              <a:ext cx="6858000" cy="6858000"/>
            </a:xfrm>
            <a:prstGeom prst="rect">
              <a:avLst/>
            </a:prstGeom>
            <a:solidFill>
              <a:srgbClr val="CA2219"/>
            </a:solidFill>
            <a:ln>
              <a:solidFill>
                <a:srgbClr val="CA22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Box 9">
              <a:extLst>
                <a:ext uri="{FF2B5EF4-FFF2-40B4-BE49-F238E27FC236}">
                  <a16:creationId xmlns:a16="http://schemas.microsoft.com/office/drawing/2014/main" id="{71B74E83-8C44-79F9-2EF1-346A6AF1A81F}"/>
                </a:ext>
              </a:extLst>
            </p:cNvPr>
            <p:cNvSpPr txBox="1"/>
            <p:nvPr/>
          </p:nvSpPr>
          <p:spPr>
            <a:xfrm>
              <a:off x="5248656" y="594330"/>
              <a:ext cx="1709928" cy="726609"/>
            </a:xfrm>
            <a:prstGeom prst="rect">
              <a:avLst/>
            </a:prstGeom>
            <a:noFill/>
          </p:spPr>
          <p:txBody>
            <a:bodyPr wrap="square" rtlCol="0">
              <a:spAutoFit/>
            </a:bodyPr>
            <a:lstStyle/>
            <a:p>
              <a:pPr>
                <a:lnSpc>
                  <a:spcPct val="120000"/>
                </a:lnSpc>
              </a:pPr>
              <a:r>
                <a:rPr lang="en-US" altLang="zh-CN" b="1" dirty="0">
                  <a:solidFill>
                    <a:schemeClr val="bg1"/>
                  </a:solidFill>
                  <a:latin typeface="Arial" panose="020B0604020202020204" pitchFamily="34" charset="0"/>
                  <a:cs typeface="Arial" panose="020B0604020202020204" pitchFamily="34" charset="0"/>
                </a:rPr>
                <a:t>FLASHBACK</a:t>
              </a:r>
            </a:p>
            <a:p>
              <a:pPr>
                <a:lnSpc>
                  <a:spcPct val="120000"/>
                </a:lnSpc>
              </a:pPr>
              <a:r>
                <a:rPr lang="en-US" altLang="zh-CN" b="1" dirty="0">
                  <a:solidFill>
                    <a:schemeClr val="bg1"/>
                  </a:solidFill>
                  <a:latin typeface="Arial" panose="020B0604020202020204" pitchFamily="34" charset="0"/>
                  <a:cs typeface="Arial" panose="020B0604020202020204" pitchFamily="34" charset="0"/>
                </a:rPr>
                <a:t>ARRESTOR</a:t>
              </a:r>
            </a:p>
          </p:txBody>
        </p:sp>
        <p:sp>
          <p:nvSpPr>
            <p:cNvPr id="15" name="TextBox 14">
              <a:extLst>
                <a:ext uri="{FF2B5EF4-FFF2-40B4-BE49-F238E27FC236}">
                  <a16:creationId xmlns:a16="http://schemas.microsoft.com/office/drawing/2014/main" id="{A440B03A-A291-0091-CBF5-7ECE63132319}"/>
                </a:ext>
              </a:extLst>
            </p:cNvPr>
            <p:cNvSpPr txBox="1"/>
            <p:nvPr/>
          </p:nvSpPr>
          <p:spPr>
            <a:xfrm>
              <a:off x="5248656" y="1317500"/>
              <a:ext cx="1709928" cy="276807"/>
            </a:xfrm>
            <a:prstGeom prst="rect">
              <a:avLst/>
            </a:prstGeom>
            <a:noFill/>
          </p:spPr>
          <p:txBody>
            <a:bodyPr wrap="square" rtlCol="0">
              <a:spAutoFit/>
            </a:bodyPr>
            <a:lstStyle/>
            <a:p>
              <a:pPr>
                <a:lnSpc>
                  <a:spcPct val="120000"/>
                </a:lnSpc>
              </a:pPr>
              <a:r>
                <a:rPr lang="en-US" altLang="zh-CN" sz="1100" b="1" dirty="0">
                  <a:solidFill>
                    <a:schemeClr val="bg1"/>
                  </a:solidFill>
                  <a:latin typeface="Arial" panose="020B0604020202020204" pitchFamily="34" charset="0"/>
                  <a:cs typeface="Arial" panose="020B0604020202020204" pitchFamily="34" charset="0"/>
                </a:rPr>
                <a:t>REGULATOR MOUNT</a:t>
              </a:r>
            </a:p>
          </p:txBody>
        </p:sp>
        <p:cxnSp>
          <p:nvCxnSpPr>
            <p:cNvPr id="16" name="Straight Connector 15">
              <a:extLst>
                <a:ext uri="{FF2B5EF4-FFF2-40B4-BE49-F238E27FC236}">
                  <a16:creationId xmlns:a16="http://schemas.microsoft.com/office/drawing/2014/main" id="{5C889ACC-0AC9-426A-1253-69AC0D69F1B3}"/>
                </a:ext>
              </a:extLst>
            </p:cNvPr>
            <p:cNvCxnSpPr>
              <a:cxnSpLocks/>
            </p:cNvCxnSpPr>
            <p:nvPr/>
          </p:nvCxnSpPr>
          <p:spPr>
            <a:xfrm>
              <a:off x="5349240" y="1317500"/>
              <a:ext cx="1531620" cy="0"/>
            </a:xfrm>
            <a:prstGeom prst="line">
              <a:avLst/>
            </a:prstGeom>
            <a:ln w="57150"/>
          </p:spPr>
          <p:style>
            <a:lnRef idx="2">
              <a:schemeClr val="accent1"/>
            </a:lnRef>
            <a:fillRef idx="0">
              <a:schemeClr val="accent1"/>
            </a:fillRef>
            <a:effectRef idx="1">
              <a:schemeClr val="accent1"/>
            </a:effectRef>
            <a:fontRef idx="minor">
              <a:schemeClr val="tx1"/>
            </a:fontRef>
          </p:style>
        </p:cxnSp>
      </p:grpSp>
      <p:pic>
        <p:nvPicPr>
          <p:cNvPr id="5" name="Picture 4" descr="A black and grey background&#10;&#10;Description automatically generated" hidden="1">
            <a:extLst>
              <a:ext uri="{FF2B5EF4-FFF2-40B4-BE49-F238E27FC236}">
                <a16:creationId xmlns:a16="http://schemas.microsoft.com/office/drawing/2014/main" id="{E630437E-10E6-7CBB-7EC4-4D0C54BDCFAE}"/>
              </a:ext>
            </a:extLst>
          </p:cNvPr>
          <p:cNvPicPr>
            <a:picLocks noGrp="1" noRot="1" noChangeAspect="1" noMove="1" noResize="1" noEditPoints="1" noAdjustHandles="1" noChangeArrowheads="1" noChangeShapeType="1" noCrop="1"/>
          </p:cNvPicPr>
          <p:nvPr/>
        </p:nvPicPr>
        <p:blipFill>
          <a:blip r:embed="rId2">
            <a:extLst>
              <a:ext uri="{28A0092B-C50C-407E-A947-70E740481C1C}">
                <a14:useLocalDpi xmlns:a14="http://schemas.microsoft.com/office/drawing/2010/main" val="0"/>
              </a:ext>
            </a:extLst>
          </a:blip>
          <a:stretch>
            <a:fillRect/>
          </a:stretch>
        </p:blipFill>
        <p:spPr>
          <a:xfrm>
            <a:off x="2667000" y="0"/>
            <a:ext cx="6858000" cy="6858000"/>
          </a:xfrm>
          <a:prstGeom prst="rect">
            <a:avLst/>
          </a:prstGeom>
        </p:spPr>
      </p:pic>
    </p:spTree>
    <p:extLst>
      <p:ext uri="{BB962C8B-B14F-4D97-AF65-F5344CB8AC3E}">
        <p14:creationId xmlns:p14="http://schemas.microsoft.com/office/powerpoint/2010/main" val="6817647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09D1B-A447-224B-7C5F-E28851B73DEC}"/>
            </a:ext>
          </a:extLst>
        </p:cNvPr>
        <p:cNvGrpSpPr/>
        <p:nvPr/>
      </p:nvGrpSpPr>
      <p:grpSpPr>
        <a:xfrm>
          <a:off x="0" y="0"/>
          <a:ext cx="0" cy="0"/>
          <a:chOff x="0" y="0"/>
          <a:chExt cx="0" cy="0"/>
        </a:xfrm>
      </p:grpSpPr>
      <p:sp>
        <p:nvSpPr>
          <p:cNvPr id="16" name="Freeform: Shape 15">
            <a:extLst>
              <a:ext uri="{FF2B5EF4-FFF2-40B4-BE49-F238E27FC236}">
                <a16:creationId xmlns:a16="http://schemas.microsoft.com/office/drawing/2014/main" id="{6FDE17A0-A637-B93A-B757-4A66055C4167}"/>
              </a:ext>
            </a:extLst>
          </p:cNvPr>
          <p:cNvSpPr/>
          <p:nvPr/>
        </p:nvSpPr>
        <p:spPr>
          <a:xfrm>
            <a:off x="1335692" y="895726"/>
            <a:ext cx="1620000" cy="4212000"/>
          </a:xfrm>
          <a:custGeom>
            <a:avLst/>
            <a:gdLst>
              <a:gd name="connsiteX0" fmla="*/ 0 w 1620000"/>
              <a:gd name="connsiteY0" fmla="*/ 0 h 4212000"/>
              <a:gd name="connsiteX1" fmla="*/ 749675 w 1620000"/>
              <a:gd name="connsiteY1" fmla="*/ 0 h 4212000"/>
              <a:gd name="connsiteX2" fmla="*/ 749675 w 1620000"/>
              <a:gd name="connsiteY2" fmla="*/ 276081 h 4212000"/>
              <a:gd name="connsiteX3" fmla="*/ 701171 w 1620000"/>
              <a:gd name="connsiteY3" fmla="*/ 280971 h 4212000"/>
              <a:gd name="connsiteX4" fmla="*/ 270000 w 1620000"/>
              <a:gd name="connsiteY4" fmla="*/ 810000 h 4212000"/>
              <a:gd name="connsiteX5" fmla="*/ 810000 w 1620000"/>
              <a:gd name="connsiteY5" fmla="*/ 1350000 h 4212000"/>
              <a:gd name="connsiteX6" fmla="*/ 1350000 w 1620000"/>
              <a:gd name="connsiteY6" fmla="*/ 810000 h 4212000"/>
              <a:gd name="connsiteX7" fmla="*/ 918829 w 1620000"/>
              <a:gd name="connsiteY7" fmla="*/ 280971 h 4212000"/>
              <a:gd name="connsiteX8" fmla="*/ 870325 w 1620000"/>
              <a:gd name="connsiteY8" fmla="*/ 276081 h 4212000"/>
              <a:gd name="connsiteX9" fmla="*/ 870325 w 1620000"/>
              <a:gd name="connsiteY9" fmla="*/ 0 h 4212000"/>
              <a:gd name="connsiteX10" fmla="*/ 1620000 w 1620000"/>
              <a:gd name="connsiteY10" fmla="*/ 0 h 4212000"/>
              <a:gd name="connsiteX11" fmla="*/ 1620000 w 1620000"/>
              <a:gd name="connsiteY11" fmla="*/ 4212000 h 4212000"/>
              <a:gd name="connsiteX12" fmla="*/ 0 w 1620000"/>
              <a:gd name="connsiteY12" fmla="*/ 4212000 h 421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20000" h="4212000">
                <a:moveTo>
                  <a:pt x="0" y="0"/>
                </a:moveTo>
                <a:lnTo>
                  <a:pt x="749675" y="0"/>
                </a:lnTo>
                <a:lnTo>
                  <a:pt x="749675" y="276081"/>
                </a:lnTo>
                <a:lnTo>
                  <a:pt x="701171" y="280971"/>
                </a:lnTo>
                <a:cubicBezTo>
                  <a:pt x="455102" y="331324"/>
                  <a:pt x="270000" y="549045"/>
                  <a:pt x="270000" y="810000"/>
                </a:cubicBezTo>
                <a:cubicBezTo>
                  <a:pt x="270000" y="1108234"/>
                  <a:pt x="511766" y="1350000"/>
                  <a:pt x="810000" y="1350000"/>
                </a:cubicBezTo>
                <a:cubicBezTo>
                  <a:pt x="1108234" y="1350000"/>
                  <a:pt x="1350000" y="1108234"/>
                  <a:pt x="1350000" y="810000"/>
                </a:cubicBezTo>
                <a:cubicBezTo>
                  <a:pt x="1350000" y="549045"/>
                  <a:pt x="1164898" y="331324"/>
                  <a:pt x="918829" y="280971"/>
                </a:cubicBezTo>
                <a:lnTo>
                  <a:pt x="870325" y="276081"/>
                </a:lnTo>
                <a:lnTo>
                  <a:pt x="870325" y="0"/>
                </a:lnTo>
                <a:lnTo>
                  <a:pt x="1620000" y="0"/>
                </a:lnTo>
                <a:lnTo>
                  <a:pt x="1620000" y="4212000"/>
                </a:lnTo>
                <a:lnTo>
                  <a:pt x="0" y="4212000"/>
                </a:lnTo>
                <a:close/>
              </a:path>
            </a:pathLst>
          </a:custGeom>
          <a:solidFill>
            <a:srgbClr val="CA2219"/>
          </a:solidFill>
          <a:ln>
            <a:solidFill>
              <a:srgbClr val="CA2219"/>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8" name="Rectangle: Rounded Corners 7">
            <a:extLst>
              <a:ext uri="{FF2B5EF4-FFF2-40B4-BE49-F238E27FC236}">
                <a16:creationId xmlns:a16="http://schemas.microsoft.com/office/drawing/2014/main" id="{D4B5E10A-8DA2-5EE2-9D28-F5CF86E2C850}"/>
              </a:ext>
            </a:extLst>
          </p:cNvPr>
          <p:cNvSpPr/>
          <p:nvPr/>
        </p:nvSpPr>
        <p:spPr>
          <a:xfrm>
            <a:off x="1335692" y="2611673"/>
            <a:ext cx="1620000" cy="429949"/>
          </a:xfrm>
          <a:prstGeom prst="roundRect">
            <a:avLst>
              <a:gd name="adj" fmla="val 6799"/>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Arial" panose="020B0604020202020204" pitchFamily="34" charset="0"/>
                <a:cs typeface="Arial" panose="020B0604020202020204" pitchFamily="34" charset="0"/>
              </a:rPr>
              <a:t>STATUS TAG</a:t>
            </a:r>
            <a:endParaRPr lang="zh-CN" altLang="en-US" sz="1600" b="1"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6D37F32F-07E1-317A-5FB1-2211A8878E7C}"/>
              </a:ext>
            </a:extLst>
          </p:cNvPr>
          <p:cNvSpPr/>
          <p:nvPr/>
        </p:nvSpPr>
        <p:spPr>
          <a:xfrm>
            <a:off x="1335692" y="3171726"/>
            <a:ext cx="1620000" cy="648000"/>
          </a:xfrm>
          <a:prstGeom prst="rect">
            <a:avLst/>
          </a:prstGeom>
          <a:solidFill>
            <a:srgbClr val="CA22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Arial" panose="020B0604020202020204" pitchFamily="34" charset="0"/>
                <a:cs typeface="Arial" panose="020B0604020202020204" pitchFamily="34" charset="0"/>
              </a:rPr>
              <a:t>EMPTY</a:t>
            </a:r>
            <a:endParaRPr lang="zh-CN" altLang="en-US" sz="2000" b="1" dirty="0">
              <a:solidFill>
                <a:schemeClr val="tx1"/>
              </a:solidFill>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928F1EAE-5FDD-7A4C-C496-81E91391EC8E}"/>
              </a:ext>
            </a:extLst>
          </p:cNvPr>
          <p:cNvSpPr/>
          <p:nvPr/>
        </p:nvSpPr>
        <p:spPr>
          <a:xfrm>
            <a:off x="1335692" y="3817059"/>
            <a:ext cx="1620000" cy="648000"/>
          </a:xfrm>
          <a:prstGeom prst="rect">
            <a:avLst/>
          </a:prstGeom>
          <a:solidFill>
            <a:srgbClr val="FFF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Arial" panose="020B0604020202020204" pitchFamily="34" charset="0"/>
                <a:cs typeface="Arial" panose="020B0604020202020204" pitchFamily="34" charset="0"/>
              </a:rPr>
              <a:t>IN USE</a:t>
            </a:r>
            <a:endParaRPr lang="zh-CN" altLang="en-US" sz="2000" b="1" dirty="0">
              <a:solidFill>
                <a:schemeClr val="tx1"/>
              </a:solidFill>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AAF34DCA-0B1E-E99F-9A29-BE2D1535C5CE}"/>
              </a:ext>
            </a:extLst>
          </p:cNvPr>
          <p:cNvSpPr/>
          <p:nvPr/>
        </p:nvSpPr>
        <p:spPr>
          <a:xfrm>
            <a:off x="1335692" y="4459726"/>
            <a:ext cx="1620000" cy="648000"/>
          </a:xfrm>
          <a:prstGeom prst="rect">
            <a:avLst/>
          </a:prstGeom>
          <a:solidFill>
            <a:srgbClr val="00A7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Arial" panose="020B0604020202020204" pitchFamily="34" charset="0"/>
                <a:cs typeface="Arial" panose="020B0604020202020204" pitchFamily="34" charset="0"/>
              </a:rPr>
              <a:t>FULL</a:t>
            </a:r>
            <a:endParaRPr lang="zh-CN" altLang="en-US" sz="2000" b="1" dirty="0">
              <a:solidFill>
                <a:schemeClr val="tx1"/>
              </a:solidFill>
              <a:latin typeface="Arial" panose="020B0604020202020204" pitchFamily="34" charset="0"/>
              <a:cs typeface="Arial" panose="020B0604020202020204" pitchFamily="34" charset="0"/>
            </a:endParaRPr>
          </a:p>
        </p:txBody>
      </p:sp>
      <p:cxnSp>
        <p:nvCxnSpPr>
          <p:cNvPr id="24" name="Straight Connector 23">
            <a:extLst>
              <a:ext uri="{FF2B5EF4-FFF2-40B4-BE49-F238E27FC236}">
                <a16:creationId xmlns:a16="http://schemas.microsoft.com/office/drawing/2014/main" id="{6C566277-5166-AE0B-3F88-83083C0D24FD}"/>
              </a:ext>
            </a:extLst>
          </p:cNvPr>
          <p:cNvCxnSpPr>
            <a:cxnSpLocks/>
          </p:cNvCxnSpPr>
          <p:nvPr/>
        </p:nvCxnSpPr>
        <p:spPr>
          <a:xfrm>
            <a:off x="1353692" y="3171726"/>
            <a:ext cx="1584000" cy="0"/>
          </a:xfrm>
          <a:prstGeom prst="line">
            <a:avLst/>
          </a:prstGeom>
          <a:ln w="57150">
            <a:solidFill>
              <a:schemeClr val="tx1">
                <a:lumMod val="85000"/>
                <a:lumOff val="1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212405DB-BCC8-41A6-EE63-ABEFCFF19C48}"/>
              </a:ext>
            </a:extLst>
          </p:cNvPr>
          <p:cNvCxnSpPr>
            <a:cxnSpLocks/>
          </p:cNvCxnSpPr>
          <p:nvPr/>
        </p:nvCxnSpPr>
        <p:spPr>
          <a:xfrm>
            <a:off x="1353692" y="3817059"/>
            <a:ext cx="1584000" cy="0"/>
          </a:xfrm>
          <a:prstGeom prst="line">
            <a:avLst/>
          </a:prstGeom>
          <a:ln w="57150">
            <a:solidFill>
              <a:schemeClr val="tx1">
                <a:lumMod val="85000"/>
                <a:lumOff val="1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29B0D66-CDAC-2FEF-2ADC-E31D8523C8D9}"/>
              </a:ext>
            </a:extLst>
          </p:cNvPr>
          <p:cNvCxnSpPr>
            <a:cxnSpLocks/>
          </p:cNvCxnSpPr>
          <p:nvPr/>
        </p:nvCxnSpPr>
        <p:spPr>
          <a:xfrm>
            <a:off x="1353692" y="4459726"/>
            <a:ext cx="1584000" cy="0"/>
          </a:xfrm>
          <a:prstGeom prst="line">
            <a:avLst/>
          </a:prstGeom>
          <a:ln w="57150">
            <a:solidFill>
              <a:schemeClr val="tx1">
                <a:lumMod val="85000"/>
                <a:lumOff val="15000"/>
              </a:schemeClr>
            </a:solidFill>
            <a:prstDash val="sysDash"/>
          </a:ln>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2772C438-D044-2470-502D-A90491805773}"/>
              </a:ext>
            </a:extLst>
          </p:cNvPr>
          <p:cNvSpPr/>
          <p:nvPr/>
        </p:nvSpPr>
        <p:spPr>
          <a:xfrm>
            <a:off x="7069742" y="3419376"/>
            <a:ext cx="1620000" cy="648000"/>
          </a:xfrm>
          <a:prstGeom prst="rect">
            <a:avLst/>
          </a:prstGeom>
          <a:solidFill>
            <a:srgbClr val="CA22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Arial" panose="020B0604020202020204" pitchFamily="34" charset="0"/>
                <a:cs typeface="Arial" panose="020B0604020202020204" pitchFamily="34" charset="0"/>
              </a:rPr>
              <a:t>EMPTY</a:t>
            </a:r>
            <a:endParaRPr lang="zh-CN" altLang="en-US" sz="2000" b="1" dirty="0">
              <a:solidFill>
                <a:schemeClr val="tx1"/>
              </a:solidFill>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7BBFFE0B-7C58-577A-038E-E34B2EA2F4D8}"/>
              </a:ext>
            </a:extLst>
          </p:cNvPr>
          <p:cNvSpPr/>
          <p:nvPr/>
        </p:nvSpPr>
        <p:spPr>
          <a:xfrm>
            <a:off x="7069742" y="4064709"/>
            <a:ext cx="1620000" cy="648000"/>
          </a:xfrm>
          <a:prstGeom prst="rect">
            <a:avLst/>
          </a:prstGeom>
          <a:solidFill>
            <a:srgbClr val="FFFC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Arial" panose="020B0604020202020204" pitchFamily="34" charset="0"/>
                <a:cs typeface="Arial" panose="020B0604020202020204" pitchFamily="34" charset="0"/>
              </a:rPr>
              <a:t>IN USE</a:t>
            </a:r>
            <a:endParaRPr lang="zh-CN" altLang="en-US" sz="2000" b="1" dirty="0">
              <a:solidFill>
                <a:schemeClr val="tx1"/>
              </a:solidFill>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9301DFBF-0EE9-3C3A-E665-D34D2ED229EF}"/>
              </a:ext>
            </a:extLst>
          </p:cNvPr>
          <p:cNvSpPr/>
          <p:nvPr/>
        </p:nvSpPr>
        <p:spPr>
          <a:xfrm>
            <a:off x="7069742" y="4707376"/>
            <a:ext cx="1620000" cy="648000"/>
          </a:xfrm>
          <a:prstGeom prst="rect">
            <a:avLst/>
          </a:prstGeom>
          <a:solidFill>
            <a:srgbClr val="00A74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Arial" panose="020B0604020202020204" pitchFamily="34" charset="0"/>
                <a:cs typeface="Arial" panose="020B0604020202020204" pitchFamily="34" charset="0"/>
              </a:rPr>
              <a:t>FULL</a:t>
            </a:r>
            <a:endParaRPr lang="zh-CN" altLang="en-US" sz="2000" b="1" dirty="0">
              <a:solidFill>
                <a:schemeClr val="tx1"/>
              </a:solidFill>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9B247413-0ED2-9263-22BD-025CB2C4BE1C}"/>
              </a:ext>
            </a:extLst>
          </p:cNvPr>
          <p:cNvSpPr/>
          <p:nvPr/>
        </p:nvSpPr>
        <p:spPr>
          <a:xfrm>
            <a:off x="7069742" y="2770514"/>
            <a:ext cx="1620000" cy="648000"/>
          </a:xfrm>
          <a:prstGeom prst="rect">
            <a:avLst/>
          </a:prstGeom>
          <a:solidFill>
            <a:srgbClr val="CA22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chemeClr val="tx1"/>
              </a:solidFill>
              <a:latin typeface="Arial" panose="020B0604020202020204" pitchFamily="34" charset="0"/>
              <a:cs typeface="Arial" panose="020B0604020202020204" pitchFamily="34" charset="0"/>
            </a:endParaRPr>
          </a:p>
        </p:txBody>
      </p:sp>
      <p:sp>
        <p:nvSpPr>
          <p:cNvPr id="3" name="Rectangle: Rounded Corners 2">
            <a:extLst>
              <a:ext uri="{FF2B5EF4-FFF2-40B4-BE49-F238E27FC236}">
                <a16:creationId xmlns:a16="http://schemas.microsoft.com/office/drawing/2014/main" id="{BFC912EB-6B7B-CBF3-9786-88D85AFF4D9D}"/>
              </a:ext>
            </a:extLst>
          </p:cNvPr>
          <p:cNvSpPr/>
          <p:nvPr/>
        </p:nvSpPr>
        <p:spPr>
          <a:xfrm>
            <a:off x="7069742" y="2879540"/>
            <a:ext cx="1620000" cy="429949"/>
          </a:xfrm>
          <a:prstGeom prst="roundRect">
            <a:avLst>
              <a:gd name="adj" fmla="val 6799"/>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600" b="1" dirty="0">
                <a:latin typeface="Arial" panose="020B0604020202020204" pitchFamily="34" charset="0"/>
                <a:cs typeface="Arial" panose="020B0604020202020204" pitchFamily="34" charset="0"/>
              </a:rPr>
              <a:t>STATUS TAG</a:t>
            </a:r>
            <a:endParaRPr lang="zh-CN" altLang="en-US" sz="1600" b="1" dirty="0">
              <a:latin typeface="Arial" panose="020B0604020202020204" pitchFamily="34" charset="0"/>
              <a:cs typeface="Arial" panose="020B0604020202020204" pitchFamily="34" charset="0"/>
            </a:endParaRPr>
          </a:p>
        </p:txBody>
      </p:sp>
      <p:cxnSp>
        <p:nvCxnSpPr>
          <p:cNvPr id="7" name="Straight Connector 6">
            <a:extLst>
              <a:ext uri="{FF2B5EF4-FFF2-40B4-BE49-F238E27FC236}">
                <a16:creationId xmlns:a16="http://schemas.microsoft.com/office/drawing/2014/main" id="{1E897735-F3D8-B924-5042-0F546135FB10}"/>
              </a:ext>
            </a:extLst>
          </p:cNvPr>
          <p:cNvCxnSpPr>
            <a:cxnSpLocks/>
          </p:cNvCxnSpPr>
          <p:nvPr/>
        </p:nvCxnSpPr>
        <p:spPr>
          <a:xfrm>
            <a:off x="7087742" y="3419376"/>
            <a:ext cx="1584000" cy="0"/>
          </a:xfrm>
          <a:prstGeom prst="line">
            <a:avLst/>
          </a:prstGeom>
          <a:ln w="57150">
            <a:solidFill>
              <a:schemeClr val="tx1">
                <a:lumMod val="85000"/>
                <a:lumOff val="1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03A706C6-A1A9-1D88-E6E2-7D851B7FE7D9}"/>
              </a:ext>
            </a:extLst>
          </p:cNvPr>
          <p:cNvCxnSpPr>
            <a:cxnSpLocks/>
          </p:cNvCxnSpPr>
          <p:nvPr/>
        </p:nvCxnSpPr>
        <p:spPr>
          <a:xfrm>
            <a:off x="7087742" y="4064709"/>
            <a:ext cx="1584000" cy="0"/>
          </a:xfrm>
          <a:prstGeom prst="line">
            <a:avLst/>
          </a:prstGeom>
          <a:ln w="57150">
            <a:solidFill>
              <a:schemeClr val="tx1">
                <a:lumMod val="85000"/>
                <a:lumOff val="15000"/>
              </a:schemeClr>
            </a:solidFill>
            <a:prstDash val="sysDash"/>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CD7C93BC-3E43-57DE-777A-EF014A02336C}"/>
              </a:ext>
            </a:extLst>
          </p:cNvPr>
          <p:cNvCxnSpPr>
            <a:cxnSpLocks/>
          </p:cNvCxnSpPr>
          <p:nvPr/>
        </p:nvCxnSpPr>
        <p:spPr>
          <a:xfrm>
            <a:off x="7087742" y="4707376"/>
            <a:ext cx="1584000" cy="0"/>
          </a:xfrm>
          <a:prstGeom prst="line">
            <a:avLst/>
          </a:prstGeom>
          <a:ln w="57150">
            <a:solidFill>
              <a:schemeClr val="tx1">
                <a:lumMod val="85000"/>
                <a:lumOff val="15000"/>
              </a:schemeClr>
            </a:solidFill>
            <a:prstDash val="sysDash"/>
          </a:ln>
        </p:spPr>
        <p:style>
          <a:lnRef idx="2">
            <a:schemeClr val="accent1"/>
          </a:lnRef>
          <a:fillRef idx="0">
            <a:schemeClr val="accent1"/>
          </a:fillRef>
          <a:effectRef idx="1">
            <a:schemeClr val="accent1"/>
          </a:effectRef>
          <a:fontRef idx="minor">
            <a:schemeClr val="tx1"/>
          </a:fontRef>
        </p:style>
      </p:cxnSp>
      <p:sp>
        <p:nvSpPr>
          <p:cNvPr id="18" name="Trapezoid 17">
            <a:extLst>
              <a:ext uri="{FF2B5EF4-FFF2-40B4-BE49-F238E27FC236}">
                <a16:creationId xmlns:a16="http://schemas.microsoft.com/office/drawing/2014/main" id="{525E9FB0-4205-E99D-9FE5-9BFE04DBDC9F}"/>
              </a:ext>
            </a:extLst>
          </p:cNvPr>
          <p:cNvSpPr/>
          <p:nvPr/>
        </p:nvSpPr>
        <p:spPr>
          <a:xfrm>
            <a:off x="7069742" y="2410083"/>
            <a:ext cx="1620000" cy="360000"/>
          </a:xfrm>
          <a:prstGeom prst="trapezoid">
            <a:avLst>
              <a:gd name="adj" fmla="val 38415"/>
            </a:avLst>
          </a:prstGeom>
          <a:solidFill>
            <a:srgbClr val="CA221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Oval 18">
            <a:extLst>
              <a:ext uri="{FF2B5EF4-FFF2-40B4-BE49-F238E27FC236}">
                <a16:creationId xmlns:a16="http://schemas.microsoft.com/office/drawing/2014/main" id="{363705F4-BBEB-4509-1E93-9896E21A9048}"/>
              </a:ext>
            </a:extLst>
          </p:cNvPr>
          <p:cNvSpPr/>
          <p:nvPr/>
        </p:nvSpPr>
        <p:spPr>
          <a:xfrm>
            <a:off x="7789742" y="2500083"/>
            <a:ext cx="180000" cy="180000"/>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79742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label with black text&#10;&#10;Description automatically generated">
            <a:extLst>
              <a:ext uri="{FF2B5EF4-FFF2-40B4-BE49-F238E27FC236}">
                <a16:creationId xmlns:a16="http://schemas.microsoft.com/office/drawing/2014/main" id="{5660946C-F738-0468-66A5-947E1BEC53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2115" y="2314575"/>
            <a:ext cx="5715000" cy="2228850"/>
          </a:xfrm>
          <a:prstGeom prst="rect">
            <a:avLst/>
          </a:prstGeom>
        </p:spPr>
      </p:pic>
      <p:pic>
        <p:nvPicPr>
          <p:cNvPr id="9" name="Picture 8" descr="A close-up of a sign&#10;&#10;Description automatically generated">
            <a:extLst>
              <a:ext uri="{FF2B5EF4-FFF2-40B4-BE49-F238E27FC236}">
                <a16:creationId xmlns:a16="http://schemas.microsoft.com/office/drawing/2014/main" id="{E62D71AF-6A99-70FB-DF01-BE57D6CD30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3680300"/>
            <a:ext cx="5715000" cy="2228850"/>
          </a:xfrm>
          <a:prstGeom prst="rect">
            <a:avLst/>
          </a:prstGeom>
        </p:spPr>
      </p:pic>
      <p:pic>
        <p:nvPicPr>
          <p:cNvPr id="11" name="Picture 10" descr="A yellow and black sign&#10;&#10;Description automatically generated">
            <a:extLst>
              <a:ext uri="{FF2B5EF4-FFF2-40B4-BE49-F238E27FC236}">
                <a16:creationId xmlns:a16="http://schemas.microsoft.com/office/drawing/2014/main" id="{6446EA43-9E54-19DC-FB6C-F996DBC28B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7115" y="424410"/>
            <a:ext cx="5715000" cy="2228850"/>
          </a:xfrm>
          <a:prstGeom prst="rect">
            <a:avLst/>
          </a:prstGeom>
        </p:spPr>
      </p:pic>
    </p:spTree>
    <p:extLst>
      <p:ext uri="{BB962C8B-B14F-4D97-AF65-F5344CB8AC3E}">
        <p14:creationId xmlns:p14="http://schemas.microsoft.com/office/powerpoint/2010/main" val="8123790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973B1A9-3C07-EDA1-2536-4ECAE2EF9E52}"/>
              </a:ext>
            </a:extLst>
          </p:cNvPr>
          <p:cNvSpPr/>
          <p:nvPr/>
        </p:nvSpPr>
        <p:spPr>
          <a:xfrm>
            <a:off x="2667000" y="0"/>
            <a:ext cx="6858000" cy="6858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4">
            <a:extLst>
              <a:ext uri="{FF2B5EF4-FFF2-40B4-BE49-F238E27FC236}">
                <a16:creationId xmlns:a16="http://schemas.microsoft.com/office/drawing/2014/main" id="{12794F6C-8521-DB92-0775-B843BB6EAFDC}"/>
              </a:ext>
            </a:extLst>
          </p:cNvPr>
          <p:cNvSpPr txBox="1"/>
          <p:nvPr/>
        </p:nvSpPr>
        <p:spPr>
          <a:xfrm>
            <a:off x="2667000" y="177800"/>
            <a:ext cx="6858000" cy="707886"/>
          </a:xfrm>
          <a:prstGeom prst="rect">
            <a:avLst/>
          </a:prstGeom>
          <a:noFill/>
        </p:spPr>
        <p:txBody>
          <a:bodyPr wrap="square" rtlCol="0">
            <a:spAutoFit/>
          </a:bodyPr>
          <a:lstStyle/>
          <a:p>
            <a:pPr algn="ctr"/>
            <a:r>
              <a:rPr lang="en-US" altLang="zh-CN" sz="4000" b="1" dirty="0"/>
              <a:t>CERTIFICATE OF ANALYSIS</a:t>
            </a:r>
            <a:endParaRPr lang="zh-CN" altLang="en-US" sz="4000" b="1" dirty="0"/>
          </a:p>
        </p:txBody>
      </p:sp>
      <p:sp>
        <p:nvSpPr>
          <p:cNvPr id="7" name="TextBox 6">
            <a:extLst>
              <a:ext uri="{FF2B5EF4-FFF2-40B4-BE49-F238E27FC236}">
                <a16:creationId xmlns:a16="http://schemas.microsoft.com/office/drawing/2014/main" id="{3256A083-C779-063B-3491-90A29BFDFF83}"/>
              </a:ext>
            </a:extLst>
          </p:cNvPr>
          <p:cNvSpPr txBox="1"/>
          <p:nvPr/>
        </p:nvSpPr>
        <p:spPr>
          <a:xfrm>
            <a:off x="2851150" y="1225411"/>
            <a:ext cx="5213350" cy="1421992"/>
          </a:xfrm>
          <a:prstGeom prst="rect">
            <a:avLst/>
          </a:prstGeom>
          <a:noFill/>
        </p:spPr>
        <p:txBody>
          <a:bodyPr wrap="square" rtlCol="0">
            <a:spAutoFit/>
          </a:bodyPr>
          <a:lstStyle/>
          <a:p>
            <a:pPr>
              <a:lnSpc>
                <a:spcPct val="150000"/>
              </a:lnSpc>
            </a:pPr>
            <a:r>
              <a:rPr lang="en-US" altLang="zh-CN" sz="2000" dirty="0">
                <a:latin typeface="Times New Roman" panose="02020603050405020304" pitchFamily="18" charset="0"/>
                <a:cs typeface="Times New Roman" panose="02020603050405020304" pitchFamily="18" charset="0"/>
              </a:rPr>
              <a:t>DATE: October 14</a:t>
            </a:r>
            <a:r>
              <a:rPr lang="en-US" altLang="zh-CN" sz="2000" baseline="30000" dirty="0">
                <a:latin typeface="Times New Roman" panose="02020603050405020304" pitchFamily="18" charset="0"/>
                <a:cs typeface="Times New Roman" panose="02020603050405020304" pitchFamily="18" charset="0"/>
              </a:rPr>
              <a:t>th</a:t>
            </a:r>
            <a:r>
              <a:rPr lang="en-US" altLang="zh-CN" sz="2000" dirty="0">
                <a:latin typeface="Times New Roman" panose="02020603050405020304" pitchFamily="18" charset="0"/>
                <a:cs typeface="Times New Roman" panose="02020603050405020304" pitchFamily="18" charset="0"/>
              </a:rPr>
              <a:t>, 2024</a:t>
            </a:r>
          </a:p>
          <a:p>
            <a:pPr>
              <a:lnSpc>
                <a:spcPct val="150000"/>
              </a:lnSpc>
            </a:pPr>
            <a:r>
              <a:rPr lang="en-US" altLang="zh-CN" sz="2000" dirty="0">
                <a:latin typeface="Times New Roman" panose="02020603050405020304" pitchFamily="18" charset="0"/>
                <a:cs typeface="Times New Roman" panose="02020603050405020304" pitchFamily="18" charset="0"/>
              </a:rPr>
              <a:t>Order Number: 42069</a:t>
            </a:r>
          </a:p>
          <a:p>
            <a:pPr>
              <a:lnSpc>
                <a:spcPct val="150000"/>
              </a:lnSpc>
            </a:pPr>
            <a:r>
              <a:rPr lang="en-US" altLang="zh-CN" sz="2000" dirty="0">
                <a:latin typeface="Times New Roman" panose="02020603050405020304" pitchFamily="18" charset="0"/>
                <a:cs typeface="Times New Roman" panose="02020603050405020304" pitchFamily="18" charset="0"/>
              </a:rPr>
              <a:t>Supplier: </a:t>
            </a:r>
            <a:r>
              <a:rPr lang="en-US" altLang="zh-CN" sz="2000" dirty="0" err="1">
                <a:latin typeface="Times New Roman" panose="02020603050405020304" pitchFamily="18" charset="0"/>
                <a:cs typeface="Times New Roman" panose="02020603050405020304" pitchFamily="18" charset="0"/>
              </a:rPr>
              <a:t>KugaMaxx</a:t>
            </a:r>
            <a:endParaRPr lang="zh-CN" altLang="en-US" sz="2000" dirty="0">
              <a:latin typeface="Times New Roman" panose="02020603050405020304" pitchFamily="18" charset="0"/>
              <a:cs typeface="Times New Roman" panose="02020603050405020304" pitchFamily="18" charset="0"/>
            </a:endParaRPr>
          </a:p>
        </p:txBody>
      </p:sp>
      <p:cxnSp>
        <p:nvCxnSpPr>
          <p:cNvPr id="9" name="Straight Connector 8">
            <a:extLst>
              <a:ext uri="{FF2B5EF4-FFF2-40B4-BE49-F238E27FC236}">
                <a16:creationId xmlns:a16="http://schemas.microsoft.com/office/drawing/2014/main" id="{F2C4BD39-00DB-ACD7-FA7D-AC04A9363A05}"/>
              </a:ext>
            </a:extLst>
          </p:cNvPr>
          <p:cNvCxnSpPr>
            <a:cxnSpLocks/>
          </p:cNvCxnSpPr>
          <p:nvPr/>
        </p:nvCxnSpPr>
        <p:spPr>
          <a:xfrm>
            <a:off x="2851150" y="885686"/>
            <a:ext cx="6489700" cy="0"/>
          </a:xfrm>
          <a:prstGeom prst="line">
            <a:avLst/>
          </a:prstGeom>
          <a:ln w="76200">
            <a:solidFill>
              <a:srgbClr val="150914"/>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A959BACD-5BD0-5989-6922-FFC922C5CA91}"/>
              </a:ext>
            </a:extLst>
          </p:cNvPr>
          <p:cNvSpPr txBox="1"/>
          <p:nvPr/>
        </p:nvSpPr>
        <p:spPr>
          <a:xfrm>
            <a:off x="2851150" y="2826314"/>
            <a:ext cx="1822450" cy="1342803"/>
          </a:xfrm>
          <a:prstGeom prst="rect">
            <a:avLst/>
          </a:prstGeom>
          <a:noFill/>
        </p:spPr>
        <p:txBody>
          <a:bodyPr wrap="square" rtlCol="0">
            <a:spAutoFit/>
          </a:bodyPr>
          <a:lstStyle/>
          <a:p>
            <a:pPr>
              <a:lnSpc>
                <a:spcPct val="150000"/>
              </a:lnSpc>
            </a:pPr>
            <a:r>
              <a:rPr lang="en-US" altLang="zh-CN" sz="2000" b="1" dirty="0"/>
              <a:t>Component</a:t>
            </a:r>
          </a:p>
          <a:p>
            <a:pPr>
              <a:lnSpc>
                <a:spcPct val="150000"/>
              </a:lnSpc>
            </a:pPr>
            <a:r>
              <a:rPr lang="en-US" altLang="zh-CN" dirty="0"/>
              <a:t>Unknown</a:t>
            </a:r>
          </a:p>
          <a:p>
            <a:pPr>
              <a:lnSpc>
                <a:spcPct val="150000"/>
              </a:lnSpc>
            </a:pPr>
            <a:r>
              <a:rPr lang="en-US" altLang="zh-CN" dirty="0"/>
              <a:t>Nitrogen</a:t>
            </a:r>
          </a:p>
        </p:txBody>
      </p:sp>
      <p:sp>
        <p:nvSpPr>
          <p:cNvPr id="13" name="TextBox 12">
            <a:extLst>
              <a:ext uri="{FF2B5EF4-FFF2-40B4-BE49-F238E27FC236}">
                <a16:creationId xmlns:a16="http://schemas.microsoft.com/office/drawing/2014/main" id="{CB5F3AD9-2225-BC0C-2E9B-987D45327568}"/>
              </a:ext>
            </a:extLst>
          </p:cNvPr>
          <p:cNvSpPr txBox="1"/>
          <p:nvPr/>
        </p:nvSpPr>
        <p:spPr>
          <a:xfrm>
            <a:off x="4960937" y="2826314"/>
            <a:ext cx="2073275" cy="1342803"/>
          </a:xfrm>
          <a:prstGeom prst="rect">
            <a:avLst/>
          </a:prstGeom>
          <a:noFill/>
        </p:spPr>
        <p:txBody>
          <a:bodyPr wrap="square" rtlCol="0">
            <a:spAutoFit/>
          </a:bodyPr>
          <a:lstStyle/>
          <a:p>
            <a:pPr>
              <a:lnSpc>
                <a:spcPct val="150000"/>
              </a:lnSpc>
            </a:pPr>
            <a:r>
              <a:rPr lang="en-US" altLang="zh-CN" sz="2000" b="1" dirty="0"/>
              <a:t>Specification</a:t>
            </a:r>
          </a:p>
          <a:p>
            <a:pPr>
              <a:lnSpc>
                <a:spcPct val="150000"/>
              </a:lnSpc>
            </a:pPr>
            <a:r>
              <a:rPr lang="en-US" altLang="zh-CN" dirty="0"/>
              <a:t>75 PPM</a:t>
            </a:r>
          </a:p>
          <a:p>
            <a:pPr>
              <a:lnSpc>
                <a:spcPct val="150000"/>
              </a:lnSpc>
            </a:pPr>
            <a:r>
              <a:rPr lang="en-US" altLang="zh-CN" dirty="0"/>
              <a:t>Balance</a:t>
            </a:r>
          </a:p>
        </p:txBody>
      </p:sp>
      <p:sp>
        <p:nvSpPr>
          <p:cNvPr id="14" name="TextBox 13">
            <a:extLst>
              <a:ext uri="{FF2B5EF4-FFF2-40B4-BE49-F238E27FC236}">
                <a16:creationId xmlns:a16="http://schemas.microsoft.com/office/drawing/2014/main" id="{653EED54-5153-C7EF-3FDE-60F2933A29F4}"/>
              </a:ext>
            </a:extLst>
          </p:cNvPr>
          <p:cNvSpPr txBox="1"/>
          <p:nvPr/>
        </p:nvSpPr>
        <p:spPr>
          <a:xfrm>
            <a:off x="7321549" y="2826314"/>
            <a:ext cx="2073275" cy="1342803"/>
          </a:xfrm>
          <a:prstGeom prst="rect">
            <a:avLst/>
          </a:prstGeom>
          <a:noFill/>
        </p:spPr>
        <p:txBody>
          <a:bodyPr wrap="square" rtlCol="0">
            <a:spAutoFit/>
          </a:bodyPr>
          <a:lstStyle/>
          <a:p>
            <a:pPr>
              <a:lnSpc>
                <a:spcPct val="150000"/>
              </a:lnSpc>
            </a:pPr>
            <a:r>
              <a:rPr lang="en-US" altLang="zh-CN" sz="2000" b="1" dirty="0"/>
              <a:t>Experiments</a:t>
            </a:r>
          </a:p>
          <a:p>
            <a:pPr>
              <a:lnSpc>
                <a:spcPct val="150000"/>
              </a:lnSpc>
            </a:pPr>
            <a:r>
              <a:rPr lang="en-US" altLang="zh-CN" dirty="0"/>
              <a:t>77 PPM</a:t>
            </a:r>
          </a:p>
          <a:p>
            <a:pPr>
              <a:lnSpc>
                <a:spcPct val="150000"/>
              </a:lnSpc>
            </a:pPr>
            <a:r>
              <a:rPr lang="en-US" altLang="zh-CN" dirty="0"/>
              <a:t>Balance</a:t>
            </a:r>
          </a:p>
        </p:txBody>
      </p:sp>
      <p:cxnSp>
        <p:nvCxnSpPr>
          <p:cNvPr id="15" name="Straight Connector 14">
            <a:extLst>
              <a:ext uri="{FF2B5EF4-FFF2-40B4-BE49-F238E27FC236}">
                <a16:creationId xmlns:a16="http://schemas.microsoft.com/office/drawing/2014/main" id="{74ADB106-DEFF-1E50-D7A5-C23B3CDE6C65}"/>
              </a:ext>
            </a:extLst>
          </p:cNvPr>
          <p:cNvCxnSpPr>
            <a:cxnSpLocks/>
          </p:cNvCxnSpPr>
          <p:nvPr/>
        </p:nvCxnSpPr>
        <p:spPr>
          <a:xfrm>
            <a:off x="2851150" y="3295511"/>
            <a:ext cx="6489700" cy="0"/>
          </a:xfrm>
          <a:prstGeom prst="line">
            <a:avLst/>
          </a:prstGeom>
          <a:ln w="19050">
            <a:solidFill>
              <a:srgbClr val="150914"/>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BACF8C0A-088C-8283-5B86-D276E4D6B8A5}"/>
              </a:ext>
            </a:extLst>
          </p:cNvPr>
          <p:cNvSpPr txBox="1"/>
          <p:nvPr/>
        </p:nvSpPr>
        <p:spPr>
          <a:xfrm>
            <a:off x="2851150" y="4663343"/>
            <a:ext cx="6489700" cy="1600438"/>
          </a:xfrm>
          <a:prstGeom prst="rect">
            <a:avLst/>
          </a:prstGeom>
          <a:noFill/>
        </p:spPr>
        <p:txBody>
          <a:bodyPr wrap="square" rtlCol="0">
            <a:spAutoFit/>
          </a:bodyPr>
          <a:lstStyle/>
          <a:p>
            <a:r>
              <a:rPr lang="en-GB" altLang="zh-CN" sz="1400" kern="0" dirty="0">
                <a:effectLst/>
                <a:latin typeface="等线" panose="02010600030101010101" pitchFamily="2" charset="-122"/>
                <a:cs typeface="Times New Roman" panose="02020603050405020304" pitchFamily="18" charset="0"/>
              </a:rPr>
              <a:t>Both immersive VR and 2D screen training methods, have the potential to leverage multimedia learning principles to facilitate more effective training by optimizing the integration of various visual and auditory information. While several studies point to immersive VR promoting a higher degree of learning than 2D screen solutions, others report no difference in learning effectiveness between VR and non-VR conditions. Some studies have even reported a lower degree of learning in VR conditions compared to a 2D screen solution.</a:t>
            </a:r>
            <a:endParaRPr lang="zh-CN" altLang="en-US" sz="1400" dirty="0"/>
          </a:p>
        </p:txBody>
      </p:sp>
    </p:spTree>
    <p:extLst>
      <p:ext uri="{BB962C8B-B14F-4D97-AF65-F5344CB8AC3E}">
        <p14:creationId xmlns:p14="http://schemas.microsoft.com/office/powerpoint/2010/main" val="3454515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519</TotalTime>
  <Words>129</Words>
  <Application>Microsoft Office PowerPoint</Application>
  <PresentationFormat>Widescreen</PresentationFormat>
  <Paragraphs>27</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等线</vt:lpstr>
      <vt:lpstr>等线 Light</vt: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Kuga Maxx</dc:creator>
  <cp:lastModifiedBy>Kuga Maxx</cp:lastModifiedBy>
  <cp:revision>138</cp:revision>
  <dcterms:created xsi:type="dcterms:W3CDTF">2024-10-13T06:26:29Z</dcterms:created>
  <dcterms:modified xsi:type="dcterms:W3CDTF">2024-11-07T07:57:56Z</dcterms:modified>
</cp:coreProperties>
</file>