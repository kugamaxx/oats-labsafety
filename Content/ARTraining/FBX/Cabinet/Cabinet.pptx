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1AC18-0274-44C4-A691-1707F16D49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E15CF3-7E0A-21F8-C03E-13DEFD1D5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03CB0-2463-59C9-3316-AFD368B56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07F78-8BA2-4701-8FA8-0AAD91128C7C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DF015-8B3E-16E9-427F-48A7A003C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DE847-3441-50B3-A9D2-C99501D9B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B6424-A64E-402F-A9BB-ADD6BF13E4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567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20B2E-5D27-E314-5B74-C3BF3BF8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08C95-857B-9738-AF71-4745011EB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C59DC-7A56-4CB8-7D15-ABCF9E44B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07F78-8BA2-4701-8FA8-0AAD91128C7C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3270E-C0B0-5149-4633-657FF0E52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7B2E5-4548-2CB8-178B-F1FF0820A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B6424-A64E-402F-A9BB-ADD6BF13E4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285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9F855-B2DB-5DC0-2685-D1E743644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1E08B-126E-6EF8-8F2D-3828E425A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2BD76-9893-6F00-F288-6AB700436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07F78-8BA2-4701-8FA8-0AAD91128C7C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F85CF-6A0E-7ED4-6DE4-8EC4F5504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D4516-FC72-93DE-A1E6-C0D30C47B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B6424-A64E-402F-A9BB-ADD6BF13E4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508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E7E26-9356-317E-A73E-0F6CF4236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7A558-C64D-2B57-7751-5B8DE697BE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B91860-A9AB-A947-803C-8B40FB37C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542B4-5E69-2537-F451-500BF78AC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07F78-8BA2-4701-8FA8-0AAD91128C7C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C5721-7D6E-65AD-17D2-46873E5D8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54671E-A966-EE89-C2DF-9B925AB1E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B6424-A64E-402F-A9BB-ADD6BF13E4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2620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BC954-14F5-C473-549C-A60F685D6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91610-B889-F02E-A465-DB7889E18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8BC728-F013-5F7E-B5EC-BD16C92BE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246E29-09B1-BE2A-3BD3-AB0980C274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7F356D-634B-959A-555D-E14F556F03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ACB379-803F-D8B0-01BA-9B84E511E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07F78-8BA2-4701-8FA8-0AAD91128C7C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382B71-86F2-5A31-ED27-25ACD03CC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FC2A63-0C8E-AEED-14F7-54610B5F0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B6424-A64E-402F-A9BB-ADD6BF13E4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050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DDEC0-DD07-DE6B-91B3-EAFA84A20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0E81A2-7578-4E06-646F-FB96BB024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07F78-8BA2-4701-8FA8-0AAD91128C7C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AF9A5F-7FB8-EEF5-6AFF-884A34B61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130014-9FA5-4311-E00A-B57F01C5D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B6424-A64E-402F-A9BB-ADD6BF13E4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3158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E800B5-1D22-3399-EDF4-8E1AC3CD6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07F78-8BA2-4701-8FA8-0AAD91128C7C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069A45-8B4C-47F8-C90E-A2A94A5E5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D8E12-65C6-1AAB-847D-34B875C28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B6424-A64E-402F-A9BB-ADD6BF13E4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956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C1937-4C68-7232-AB0D-36C13AE3C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8FD4E-93DD-E45E-39BD-660F7661A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1A6E09-1461-8668-3D7A-2E5CE3928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B6CF11-F5B8-CDB2-648D-EA29E5F5C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07F78-8BA2-4701-8FA8-0AAD91128C7C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E15E95-20EB-279C-4135-8BCD3C33F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2BFFE-0294-1FC6-84BB-19F5FB092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B6424-A64E-402F-A9BB-ADD6BF13E4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975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9FA2E-AAF3-BEC3-67BE-F5615F976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CE6D3-0A6C-BA8C-874E-79C1ABBB84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D94FF-F08D-4FED-C1B3-F86F5CCC96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70414-F01E-9C9D-74F2-5681B5E85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07F78-8BA2-4701-8FA8-0AAD91128C7C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F7B24-3CD9-AA42-8242-1BAEEE54B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78A2E6-726C-F154-2412-C6EC12E62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B6424-A64E-402F-A9BB-ADD6BF13E4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7164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462D2-2E2D-1D75-87AE-C8F4D0F3C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E3C5D4-7910-A294-113B-531022BA00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9B954-DEFF-079D-4C3A-108B1CDD2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07F78-8BA2-4701-8FA8-0AAD91128C7C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2A351-DFBC-0899-3214-7E8A54D45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31FF5-631C-0391-8A54-87AC8A7E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B6424-A64E-402F-A9BB-ADD6BF13E4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554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90A722-BD8D-90E3-704A-474C4ABE4E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61BC98-6581-6D51-CE06-47D9C4AB6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168CC-24B8-389E-C187-6EAFA8A3D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07F78-8BA2-4701-8FA8-0AAD91128C7C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6E3D2-9BAE-79EA-B009-58EBF13B9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9D716-404B-837E-9ED0-06DDA2291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B6424-A64E-402F-A9BB-ADD6BF13E4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644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225903-F0D8-39C6-EBBD-B932AB1F7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36695-5B29-6560-1267-D8894D97C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FC6A9-1DEC-CDBE-1453-8D076950C7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F07F78-8BA2-4701-8FA8-0AAD91128C7C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E59B8-B841-8C05-E6E0-BB822B504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1CE3C-8A39-D9B3-3549-5747459A5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FB6424-A64E-402F-A9BB-ADD6BF13E4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2906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ollection of warning signs&#10;&#10;Description automatically generated">
            <a:extLst>
              <a:ext uri="{FF2B5EF4-FFF2-40B4-BE49-F238E27FC236}">
                <a16:creationId xmlns:a16="http://schemas.microsoft.com/office/drawing/2014/main" id="{26C291FC-CC28-20C1-69FA-BB7C38D753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"/>
          <a:stretch/>
        </p:blipFill>
        <p:spPr>
          <a:xfrm>
            <a:off x="0" y="0"/>
            <a:ext cx="1601724" cy="1601724"/>
          </a:xfrm>
          <a:prstGeom prst="rect">
            <a:avLst/>
          </a:prstGeom>
        </p:spPr>
      </p:pic>
      <p:pic>
        <p:nvPicPr>
          <p:cNvPr id="10" name="Picture 9" descr="A collection of warning signs&#10;&#10;Description automatically generated">
            <a:extLst>
              <a:ext uri="{FF2B5EF4-FFF2-40B4-BE49-F238E27FC236}">
                <a16:creationId xmlns:a16="http://schemas.microsoft.com/office/drawing/2014/main" id="{7736FBEF-8DAA-D8E8-30E8-086F2EFE5D5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"/>
          <a:stretch/>
        </p:blipFill>
        <p:spPr>
          <a:xfrm>
            <a:off x="1601724" y="0"/>
            <a:ext cx="1601724" cy="1601724"/>
          </a:xfrm>
          <a:prstGeom prst="rect">
            <a:avLst/>
          </a:prstGeom>
        </p:spPr>
      </p:pic>
      <p:pic>
        <p:nvPicPr>
          <p:cNvPr id="11" name="Picture 10" descr="A collection of warning signs&#10;&#10;Description automatically generated">
            <a:extLst>
              <a:ext uri="{FF2B5EF4-FFF2-40B4-BE49-F238E27FC236}">
                <a16:creationId xmlns:a16="http://schemas.microsoft.com/office/drawing/2014/main" id="{3E0DB8D9-D476-9794-F91E-2380401B716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"/>
          <a:stretch/>
        </p:blipFill>
        <p:spPr>
          <a:xfrm>
            <a:off x="4805172" y="0"/>
            <a:ext cx="1601724" cy="1601724"/>
          </a:xfrm>
          <a:prstGeom prst="rect">
            <a:avLst/>
          </a:prstGeom>
        </p:spPr>
      </p:pic>
      <p:pic>
        <p:nvPicPr>
          <p:cNvPr id="12" name="Picture 11" descr="A collection of warning signs&#10;&#10;Description automatically generated">
            <a:extLst>
              <a:ext uri="{FF2B5EF4-FFF2-40B4-BE49-F238E27FC236}">
                <a16:creationId xmlns:a16="http://schemas.microsoft.com/office/drawing/2014/main" id="{094413A3-E288-F7CF-D567-16C790206DE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601724"/>
            <a:ext cx="1601724" cy="1601724"/>
          </a:xfrm>
          <a:prstGeom prst="rect">
            <a:avLst/>
          </a:prstGeom>
        </p:spPr>
      </p:pic>
      <p:pic>
        <p:nvPicPr>
          <p:cNvPr id="13" name="Picture 12" descr="A collection of warning signs&#10;&#10;Description automatically generated">
            <a:extLst>
              <a:ext uri="{FF2B5EF4-FFF2-40B4-BE49-F238E27FC236}">
                <a16:creationId xmlns:a16="http://schemas.microsoft.com/office/drawing/2014/main" id="{13E0F6E6-1743-B73F-A158-74AC55E0646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"/>
          <a:stretch/>
        </p:blipFill>
        <p:spPr>
          <a:xfrm>
            <a:off x="3203448" y="0"/>
            <a:ext cx="1601724" cy="1601724"/>
          </a:xfrm>
          <a:prstGeom prst="rect">
            <a:avLst/>
          </a:prstGeom>
        </p:spPr>
      </p:pic>
      <p:pic>
        <p:nvPicPr>
          <p:cNvPr id="14" name="Picture 13" descr="A collection of warning signs&#10;&#10;Description automatically generated">
            <a:extLst>
              <a:ext uri="{FF2B5EF4-FFF2-40B4-BE49-F238E27FC236}">
                <a16:creationId xmlns:a16="http://schemas.microsoft.com/office/drawing/2014/main" id="{47CB4A63-882F-A953-A3B5-0F5B9E724F0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"/>
          <a:stretch/>
        </p:blipFill>
        <p:spPr>
          <a:xfrm>
            <a:off x="6406896" y="0"/>
            <a:ext cx="1601724" cy="1601724"/>
          </a:xfrm>
          <a:prstGeom prst="rect">
            <a:avLst/>
          </a:prstGeom>
        </p:spPr>
      </p:pic>
      <p:pic>
        <p:nvPicPr>
          <p:cNvPr id="19" name="Picture 18" descr="A collection of warning signs&#10;&#10;Description automatically generated">
            <a:extLst>
              <a:ext uri="{FF2B5EF4-FFF2-40B4-BE49-F238E27FC236}">
                <a16:creationId xmlns:a16="http://schemas.microsoft.com/office/drawing/2014/main" id="{3143FFA0-5C0C-2418-59C8-883F68F875F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1724" y="1601724"/>
            <a:ext cx="1601724" cy="1601724"/>
          </a:xfrm>
          <a:prstGeom prst="rect">
            <a:avLst/>
          </a:prstGeom>
        </p:spPr>
      </p:pic>
      <p:pic>
        <p:nvPicPr>
          <p:cNvPr id="20" name="Picture 19" descr="A collection of warning signs&#10;&#10;Description automatically generated">
            <a:extLst>
              <a:ext uri="{FF2B5EF4-FFF2-40B4-BE49-F238E27FC236}">
                <a16:creationId xmlns:a16="http://schemas.microsoft.com/office/drawing/2014/main" id="{EFFA204B-02F4-F27F-7B12-280144E15F70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03448" y="1601724"/>
            <a:ext cx="1601724" cy="1601724"/>
          </a:xfrm>
          <a:prstGeom prst="rect">
            <a:avLst/>
          </a:prstGeom>
        </p:spPr>
      </p:pic>
      <p:pic>
        <p:nvPicPr>
          <p:cNvPr id="21" name="Picture 20" descr="A collection of warning signs&#10;&#10;Description automatically generated">
            <a:extLst>
              <a:ext uri="{FF2B5EF4-FFF2-40B4-BE49-F238E27FC236}">
                <a16:creationId xmlns:a16="http://schemas.microsoft.com/office/drawing/2014/main" id="{2C8F6DDC-50C7-2DAF-92B5-7C12E4360204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05172" y="1601724"/>
            <a:ext cx="1601724" cy="1601724"/>
          </a:xfrm>
          <a:prstGeom prst="rect">
            <a:avLst/>
          </a:prstGeom>
        </p:spPr>
      </p:pic>
      <p:pic>
        <p:nvPicPr>
          <p:cNvPr id="22" name="Picture 21" descr="A collection of warning signs&#10;&#10;Description automatically generated">
            <a:extLst>
              <a:ext uri="{FF2B5EF4-FFF2-40B4-BE49-F238E27FC236}">
                <a16:creationId xmlns:a16="http://schemas.microsoft.com/office/drawing/2014/main" id="{075553FA-C368-84DE-7EE3-AF8F516302DB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06896" y="1601724"/>
            <a:ext cx="1601724" cy="1601724"/>
          </a:xfrm>
          <a:prstGeom prst="rect">
            <a:avLst/>
          </a:prstGeom>
        </p:spPr>
      </p:pic>
      <p:pic>
        <p:nvPicPr>
          <p:cNvPr id="23" name="Picture 22" descr="A collection of warning signs&#10;&#10;Description automatically generated">
            <a:extLst>
              <a:ext uri="{FF2B5EF4-FFF2-40B4-BE49-F238E27FC236}">
                <a16:creationId xmlns:a16="http://schemas.microsoft.com/office/drawing/2014/main" id="{468E380A-24A0-6A4C-453F-C316C1ACEAE2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203448"/>
            <a:ext cx="1601724" cy="1601724"/>
          </a:xfrm>
          <a:prstGeom prst="rect">
            <a:avLst/>
          </a:prstGeom>
        </p:spPr>
      </p:pic>
      <p:pic>
        <p:nvPicPr>
          <p:cNvPr id="24" name="Picture 23" descr="A collection of warning signs&#10;&#10;Description automatically generated">
            <a:extLst>
              <a:ext uri="{FF2B5EF4-FFF2-40B4-BE49-F238E27FC236}">
                <a16:creationId xmlns:a16="http://schemas.microsoft.com/office/drawing/2014/main" id="{D17F7947-6A46-CAB7-4255-AB43E4DF93B4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1724" y="3203448"/>
            <a:ext cx="1601724" cy="1601724"/>
          </a:xfrm>
          <a:prstGeom prst="rect">
            <a:avLst/>
          </a:prstGeom>
        </p:spPr>
      </p:pic>
      <p:pic>
        <p:nvPicPr>
          <p:cNvPr id="25" name="Picture 24" descr="A collection of warning signs&#10;&#10;Description automatically generated">
            <a:extLst>
              <a:ext uri="{FF2B5EF4-FFF2-40B4-BE49-F238E27FC236}">
                <a16:creationId xmlns:a16="http://schemas.microsoft.com/office/drawing/2014/main" id="{A582D9AA-8052-F283-87A4-E859763F7259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03448" y="3203448"/>
            <a:ext cx="1601724" cy="1601724"/>
          </a:xfrm>
          <a:prstGeom prst="rect">
            <a:avLst/>
          </a:prstGeom>
        </p:spPr>
      </p:pic>
      <p:pic>
        <p:nvPicPr>
          <p:cNvPr id="28" name="Picture 27" descr="A collection of warning signs&#10;&#10;Description automatically generated">
            <a:extLst>
              <a:ext uri="{FF2B5EF4-FFF2-40B4-BE49-F238E27FC236}">
                <a16:creationId xmlns:a16="http://schemas.microsoft.com/office/drawing/2014/main" id="{85FF7374-498B-5176-77BE-55C40237BB0A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05172" y="3203448"/>
            <a:ext cx="1601724" cy="1601724"/>
          </a:xfrm>
          <a:prstGeom prst="rect">
            <a:avLst/>
          </a:prstGeom>
        </p:spPr>
      </p:pic>
      <p:pic>
        <p:nvPicPr>
          <p:cNvPr id="29" name="Picture 28" descr="A collection of warning signs&#10;&#10;Description automatically generated">
            <a:extLst>
              <a:ext uri="{FF2B5EF4-FFF2-40B4-BE49-F238E27FC236}">
                <a16:creationId xmlns:a16="http://schemas.microsoft.com/office/drawing/2014/main" id="{65508502-811B-CB40-F5F3-1D85E2A4B18B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06896" y="3203448"/>
            <a:ext cx="1601724" cy="160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931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Kuga Maxx</dc:creator>
  <cp:lastModifiedBy>Kuga Maxx</cp:lastModifiedBy>
  <cp:revision>2</cp:revision>
  <dcterms:created xsi:type="dcterms:W3CDTF">2024-11-02T03:47:13Z</dcterms:created>
  <dcterms:modified xsi:type="dcterms:W3CDTF">2024-11-02T08:42:30Z</dcterms:modified>
</cp:coreProperties>
</file>